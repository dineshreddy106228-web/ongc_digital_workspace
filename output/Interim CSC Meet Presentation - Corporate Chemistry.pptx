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a1ee69567a42ff" /><Relationship Type="http://schemas.openxmlformats.org/officeDocument/2006/relationships/extended-properties" Target="/docProps/app.xml" Id="R84df96f1a5d94772" /><Relationship Type="http://schemas.openxmlformats.org/officeDocument/2006/relationships/officeDocument" Target="/ppt/presentation.xml" Id="Rde9854f614544bef" /></Relationships>
</file>

<file path=ppt/presentation.xml><?xml version="1.0" encoding="utf-8"?>
<p:presentation xmlns:p="http://schemas.openxmlformats.org/presentationml/2006/main">
  <p:sldMasterIdLst>
    <p:sldMasterId xmlns:r="http://schemas.openxmlformats.org/officeDocument/2006/relationships" id="2147483648" r:id="R4ea4f14408fe4563"/>
    <p:sldMasterId xmlns:r="http://schemas.openxmlformats.org/officeDocument/2006/relationships" id="2147483650" r:id="R2bc556627a134b28"/>
    <p:sldMasterId xmlns:r="http://schemas.openxmlformats.org/officeDocument/2006/relationships" id="2147483651" r:id="R3de93285aaae46c2"/>
  </p:sldMasterIdLst>
  <p:notesMasterIdLst>
    <p:notesMasterId xmlns:r="http://schemas.openxmlformats.org/officeDocument/2006/relationships" r:id="Re26f9e39e8e84b7a"/>
  </p:notesMasterIdLst>
  <p:sldIdLst>
    <p:sldId xmlns:r="http://schemas.openxmlformats.org/officeDocument/2006/relationships" id="256" r:id="R388dbafc9d9b41ef"/>
    <p:sldId xmlns:r="http://schemas.openxmlformats.org/officeDocument/2006/relationships" id="257" r:id="Rfac68f0e6b2044e5"/>
    <p:sldId xmlns:r="http://schemas.openxmlformats.org/officeDocument/2006/relationships" id="258" r:id="R7591da17c54b46f9"/>
    <p:sldId xmlns:r="http://schemas.openxmlformats.org/officeDocument/2006/relationships" id="259" r:id="R72efaf155ff94565"/>
    <p:sldId xmlns:r="http://schemas.openxmlformats.org/officeDocument/2006/relationships" id="260" r:id="Rdcfb719e6db24a81"/>
    <p:sldId xmlns:r="http://schemas.openxmlformats.org/officeDocument/2006/relationships" id="261" r:id="R78e84e4a7edb41f0"/>
    <p:sldId xmlns:r="http://schemas.openxmlformats.org/officeDocument/2006/relationships" id="262" r:id="Rf4ff562004314328"/>
    <p:sldId xmlns:r="http://schemas.openxmlformats.org/officeDocument/2006/relationships" id="263" r:id="R90ce25043f754f97"/>
    <p:sldId xmlns:r="http://schemas.openxmlformats.org/officeDocument/2006/relationships" id="264" r:id="R0cf0ffefcc814643"/>
    <p:sldId xmlns:r="http://schemas.openxmlformats.org/officeDocument/2006/relationships" id="265" r:id="Rbfa138231d2a46ac"/>
    <p:sldId xmlns:r="http://schemas.openxmlformats.org/officeDocument/2006/relationships" id="266" r:id="Rb6162e4119f94355"/>
    <p:sldId xmlns:r="http://schemas.openxmlformats.org/officeDocument/2006/relationships" id="267" r:id="Rf74e8c5baa0c47d7"/>
    <p:sldId xmlns:r="http://schemas.openxmlformats.org/officeDocument/2006/relationships" id="268" r:id="R1afd7b98413c4499"/>
    <p:sldId xmlns:r="http://schemas.openxmlformats.org/officeDocument/2006/relationships" id="269" r:id="Re404a560e5034912"/>
    <p:sldId xmlns:r="http://schemas.openxmlformats.org/officeDocument/2006/relationships" id="270" r:id="R164448a736f141d7"/>
    <p:sldId xmlns:r="http://schemas.openxmlformats.org/officeDocument/2006/relationships" id="271" r:id="R6327a6cb77204a4b"/>
    <p:sldId xmlns:r="http://schemas.openxmlformats.org/officeDocument/2006/relationships" id="272" r:id="Rdf842705d5f4419c"/>
    <p:sldId xmlns:r="http://schemas.openxmlformats.org/officeDocument/2006/relationships" id="273" r:id="Rd25514e371924321"/>
    <p:sldId xmlns:r="http://schemas.openxmlformats.org/officeDocument/2006/relationships" id="274" r:id="R5540a1585906419c"/>
  </p:sldIdLst>
  <p:sldSz cx="1218882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524051940ce4c9f" /><Relationship Type="http://schemas.openxmlformats.org/officeDocument/2006/relationships/slideMaster" Target="/ppt/slideMasters/slideMaster1.xml" Id="R4ea4f14408fe4563" /><Relationship Type="http://schemas.openxmlformats.org/officeDocument/2006/relationships/slideMaster" Target="/ppt/slideMasters/slideMaster2.xml" Id="R2bc556627a134b28" /><Relationship Type="http://schemas.openxmlformats.org/officeDocument/2006/relationships/slideMaster" Target="/ppt/slideMasters/slideMaster3.xml" Id="R3de93285aaae46c2" /><Relationship Type="http://schemas.openxmlformats.org/officeDocument/2006/relationships/notesMaster" Target="/ppt/notesMasters/notesMaster1.xml" Id="Re26f9e39e8e84b7a" /><Relationship Type="http://schemas.openxmlformats.org/officeDocument/2006/relationships/presProps" Target="/ppt/presProps.xml" Id="R9fe020ac23374380" /><Relationship Type="http://schemas.openxmlformats.org/officeDocument/2006/relationships/viewProps" Target="/ppt/viewProps.xml" Id="Rbe75779367f54d18" /><Relationship Type="http://schemas.openxmlformats.org/officeDocument/2006/relationships/tableStyles" Target="/ppt/tableStyles.xml" Id="R830e5c0aa1c645c9" /><Relationship Type="http://schemas.openxmlformats.org/officeDocument/2006/relationships/slide" Target="/ppt/slides/slide1.xml" Id="R388dbafc9d9b41ef" /><Relationship Type="http://schemas.openxmlformats.org/officeDocument/2006/relationships/slide" Target="/ppt/slides/slide2.xml" Id="Rfac68f0e6b2044e5" /><Relationship Type="http://schemas.openxmlformats.org/officeDocument/2006/relationships/slide" Target="/ppt/slides/slide3.xml" Id="R7591da17c54b46f9" /><Relationship Type="http://schemas.openxmlformats.org/officeDocument/2006/relationships/slide" Target="/ppt/slides/slide4.xml" Id="R72efaf155ff94565" /><Relationship Type="http://schemas.openxmlformats.org/officeDocument/2006/relationships/slide" Target="/ppt/slides/slide5.xml" Id="Rdcfb719e6db24a81" /><Relationship Type="http://schemas.openxmlformats.org/officeDocument/2006/relationships/slide" Target="/ppt/slides/slide6.xml" Id="R78e84e4a7edb41f0" /><Relationship Type="http://schemas.openxmlformats.org/officeDocument/2006/relationships/slide" Target="/ppt/slides/slide7.xml" Id="Rf4ff562004314328" /><Relationship Type="http://schemas.openxmlformats.org/officeDocument/2006/relationships/slide" Target="/ppt/slides/slide8.xml" Id="R90ce25043f754f97" /><Relationship Type="http://schemas.openxmlformats.org/officeDocument/2006/relationships/slide" Target="/ppt/slides/slide9.xml" Id="R0cf0ffefcc814643" /><Relationship Type="http://schemas.openxmlformats.org/officeDocument/2006/relationships/slide" Target="/ppt/slides/slide10.xml" Id="Rbfa138231d2a46ac" /><Relationship Type="http://schemas.openxmlformats.org/officeDocument/2006/relationships/slide" Target="/ppt/slides/slide11.xml" Id="Rb6162e4119f94355" /><Relationship Type="http://schemas.openxmlformats.org/officeDocument/2006/relationships/slide" Target="/ppt/slides/slide12.xml" Id="Rf74e8c5baa0c47d7" /><Relationship Type="http://schemas.openxmlformats.org/officeDocument/2006/relationships/slide" Target="/ppt/slides/slide13.xml" Id="R1afd7b98413c4499" /><Relationship Type="http://schemas.openxmlformats.org/officeDocument/2006/relationships/slide" Target="/ppt/slides/slide14.xml" Id="Re404a560e5034912" /><Relationship Type="http://schemas.openxmlformats.org/officeDocument/2006/relationships/slide" Target="/ppt/slides/slide15.xml" Id="R164448a736f141d7" /><Relationship Type="http://schemas.openxmlformats.org/officeDocument/2006/relationships/slide" Target="/ppt/slides/slide16.xml" Id="R6327a6cb77204a4b" /><Relationship Type="http://schemas.openxmlformats.org/officeDocument/2006/relationships/slide" Target="/ppt/slides/slide17.xml" Id="Rdf842705d5f4419c" /><Relationship Type="http://schemas.openxmlformats.org/officeDocument/2006/relationships/slide" Target="/ppt/slides/slide18.xml" Id="Rd25514e371924321" /><Relationship Type="http://schemas.openxmlformats.org/officeDocument/2006/relationships/slide" Target="/ppt/slides/slide19.xml" Id="R5540a158590641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e80b1c3364a541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e97b3954204a7f" /><Relationship Type="http://schemas.openxmlformats.org/officeDocument/2006/relationships/notesMaster" Target="/ppt/notesMasters/notesMaster1.xml" Id="Rd5723a4cd3d24e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5e5994885844b6" /><Relationship Type="http://schemas.openxmlformats.org/officeDocument/2006/relationships/notesMaster" Target="/ppt/notesMasters/notesMaster1.xml" Id="R5d21818e5d2b4f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d252f1a9d74e61" /><Relationship Type="http://schemas.openxmlformats.org/officeDocument/2006/relationships/notesMaster" Target="/ppt/notesMasters/notesMaster1.xml" Id="R6fc81a1dc14f46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911379231f4e41" /><Relationship Type="http://schemas.openxmlformats.org/officeDocument/2006/relationships/notesMaster" Target="/ppt/notesMasters/notesMaster1.xml" Id="Raff05710647d43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26681042af4091" /><Relationship Type="http://schemas.openxmlformats.org/officeDocument/2006/relationships/notesMaster" Target="/ppt/notesMasters/notesMaster1.xml" Id="Rcfcfb2b21d674c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c4cb124bc14981" /><Relationship Type="http://schemas.openxmlformats.org/officeDocument/2006/relationships/notesMaster" Target="/ppt/notesMasters/notesMaster1.xml" Id="R07035147a57a43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2639e4077448bc" /><Relationship Type="http://schemas.openxmlformats.org/officeDocument/2006/relationships/notesMaster" Target="/ppt/notesMasters/notesMaster1.xml" Id="R09848a69224041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bb6941234f415e" /><Relationship Type="http://schemas.openxmlformats.org/officeDocument/2006/relationships/notesMaster" Target="/ppt/notesMasters/notesMaster1.xml" Id="R7d47936230fe44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458c98540e4933" /><Relationship Type="http://schemas.openxmlformats.org/officeDocument/2006/relationships/notesMaster" Target="/ppt/notesMasters/notesMaster1.xml" Id="R8400609039b84d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8c759bc1d04812" /><Relationship Type="http://schemas.openxmlformats.org/officeDocument/2006/relationships/notesMaster" Target="/ppt/notesMasters/notesMaster1.xml" Id="Rdb41a7aed16f43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c2d35d9e3949fb" /><Relationship Type="http://schemas.openxmlformats.org/officeDocument/2006/relationships/notesMaster" Target="/ppt/notesMasters/notesMaster1.xml" Id="R638843a156994e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e9c62db06d422d" /><Relationship Type="http://schemas.openxmlformats.org/officeDocument/2006/relationships/notesMaster" Target="/ppt/notesMasters/notesMaster1.xml" Id="R189b01e8a1364e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b98982404e4eaa" /><Relationship Type="http://schemas.openxmlformats.org/officeDocument/2006/relationships/notesMaster" Target="/ppt/notesMasters/notesMaster1.xml" Id="Rb8c9463a26eb4f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3664ee1b664425" /><Relationship Type="http://schemas.openxmlformats.org/officeDocument/2006/relationships/notesMaster" Target="/ppt/notesMasters/notesMaster1.xml" Id="R276d488f3cc545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1aee839c994c1d" /><Relationship Type="http://schemas.openxmlformats.org/officeDocument/2006/relationships/notesMaster" Target="/ppt/notesMasters/notesMaster1.xml" Id="Re0b2c2bfecdc473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1019d92efda493d" /><Relationship Type="http://schemas.openxmlformats.org/officeDocument/2006/relationships/notesMaster" Target="/ppt/notesMasters/notesMaster1.xml" Id="Rde0f2a74c18c4d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87c46dc5f6448c" /><Relationship Type="http://schemas.openxmlformats.org/officeDocument/2006/relationships/notesMaster" Target="/ppt/notesMasters/notesMaster1.xml" Id="Rebd6f34790304b5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61c6d7de09f46b3" /><Relationship Type="http://schemas.openxmlformats.org/officeDocument/2006/relationships/notesMaster" Target="/ppt/notesMasters/notesMaster1.xml" Id="Ra14acc206dad46f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127675de8304061" /><Relationship Type="http://schemas.openxmlformats.org/officeDocument/2006/relationships/notesMaster" Target="/ppt/notesMasters/notesMaster1.xml" Id="R19c76f479edb48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2b89d1fceb4863" /><Relationship Type="http://schemas.openxmlformats.org/officeDocument/2006/relationships/image" Target="/ppt/media/image3.jpeg" Id="Ra037b6bbd0484827" /><Relationship Type="http://schemas.openxmlformats.org/officeDocument/2006/relationships/image" Target="/ppt/media/image2.png" Id="R448e8eaf6b454492" /><Relationship Type="http://schemas.openxmlformats.org/officeDocument/2006/relationships/image" Target="/ppt/media/image.png" Id="Ra046e463b42740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3.xml" Id="Rd2382781c4a54d1f" /><Relationship Type="http://schemas.openxmlformats.org/officeDocument/2006/relationships/image" Target="/ppt/media/image5.png" Id="R6ece609785ff4f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3.xml" Id="R242f82fbdc0742bd" /><Relationship Type="http://schemas.openxmlformats.org/officeDocument/2006/relationships/image" Target="/ppt/media/image6.png" Id="R7cbc04d21fb842c4" /><Relationship Type="http://schemas.openxmlformats.org/officeDocument/2006/relationships/image" Target="/ppt/media/image5.jpeg" Id="R0f5dcfe790c74084" /><Relationship Type="http://schemas.openxmlformats.org/officeDocument/2006/relationships/image" Target="/ppt/media/image7.png" Id="Rb8b3f2315c5e45a5" /><Relationship Type="http://schemas.openxmlformats.org/officeDocument/2006/relationships/image" Target="/ppt/media/image6.jpeg" Id="Rae0acbed069d48e5" /><Relationship Type="http://schemas.openxmlformats.org/officeDocument/2006/relationships/image" Target="/ppt/media/image8.png" Id="Rc05bb4d0efac4853" /><Relationship Type="http://schemas.openxmlformats.org/officeDocument/2006/relationships/image" Target="/ppt/media/image9.png" Id="R6f15572a7c40451a"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A17B59AA-902C-49B7-ADBC-AB28D70960B3}"/>
              </a:ext>
            </a:extLst>
          </p:cNvPr>
          <p:cNvSpPr>
            <a:spLocks xmlns:a="http://schemas.openxmlformats.org/drawingml/2006/main" noGrp="1"/>
          </p:cNvSpPr>
          <p:nvPr>
            <p:ph type="subTitle" idx="1"/>
          </p:nvPr>
        </p:nvSpPr>
        <p:spPr>
          <a:xfrm xmlns:a="http://schemas.openxmlformats.org/drawingml/2006/main">
            <a:off x="2514361" y="3438522"/>
            <a:ext cx="7923690" cy="447678"/>
          </a:xfrm>
          <a:prstGeom xmlns:a="http://schemas.openxmlformats.org/drawingml/2006/main" prst="rect">
            <a:avLst/>
          </a:prstGeom>
        </p:spPr>
        <p:txBody>
          <a:bodyPr xmlns:a="http://schemas.openxmlformats.org/drawingml/2006/main">
            <a:normAutofit/>
          </a:bodyPr>
          <a:lstStyle xmlns:a="http://schemas.openxmlformats.org/drawingml/2006/main">
            <a:lvl1pPr marL="0" indent="0" algn="l">
              <a:buNone/>
              <a:defRPr sz="2400">
                <a:solidFill>
                  <a:schemeClr val="tx1">
                    <a:tint val="75000"/>
                  </a:schemeClr>
                </a:solidFill>
                <a:latin typeface="Swis721 Cn BT"/>
                <a:ea typeface="Swis721 Cn BT"/>
                <a:cs typeface="Swis721 Cn B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CF85F261-4391-47E8-8797-B031BD486978}"/>
              </a:ext>
            </a:extLst>
          </p:cNvPr>
          <p:cNvSpPr>
            <a:spLocks xmlns:a="http://schemas.openxmlformats.org/drawingml/2006/main" noGrp="1"/>
          </p:cNvSpPr>
          <p:nvPr>
            <p:ph type="dt" idx="10"/>
          </p:nvPr>
        </p:nvSpPr>
        <p:spPr>
          <a:xfrm xmlns:a="http://schemas.openxmlformats.org/drawingml/2006/main">
            <a:off x="609441" y="6356351"/>
            <a:ext cx="2844059"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CE06CF28-B458-417D-85EB-5B0AB1A2A36F}"/>
              </a:ext>
            </a:extLst>
          </p:cNvPr>
          <p:cNvSpPr>
            <a:spLocks xmlns:a="http://schemas.openxmlformats.org/drawingml/2006/main" noGrp="1"/>
          </p:cNvSpPr>
          <p:nvPr>
            <p:ph type="ftr" idx="11"/>
          </p:nvPr>
        </p:nvSpPr>
        <p:spPr>
          <a:xfrm xmlns:a="http://schemas.openxmlformats.org/drawingml/2006/main">
            <a:off x="4164515" y="6356351"/>
            <a:ext cx="3859795"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1</a:t>
            </a:r>
          </a:p>
        </p:txBody>
      </p:sp>
      <p:sp>
        <p:nvSpPr>
          <p:cNvPr id="6" name="Slide Number Placeholder 5">
            <a:extLst xmlns:a="http://schemas.openxmlformats.org/drawingml/2006/main">
              <a:ext uri="{FF2B5EF4-FFF2-40B4-BE49-F238E27FC236}">
                <a16:creationId xmlns:a16="http://schemas.microsoft.com/office/drawing/2014/main" id="{2B50F963-70FD-4CE9-9232-0E6A1E075DB3}"/>
              </a:ext>
            </a:extLst>
          </p:cNvPr>
          <p:cNvSpPr>
            <a:spLocks xmlns:a="http://schemas.openxmlformats.org/drawingml/2006/main" noGrp="1"/>
          </p:cNvSpPr>
          <p:nvPr>
            <p:ph type="sldNum" idx="12"/>
          </p:nvPr>
        </p:nvSpPr>
        <p:spPr>
          <a:xfrm xmlns:a="http://schemas.openxmlformats.org/drawingml/2006/main">
            <a:off x="8735325" y="6356351"/>
            <a:ext cx="2844059"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037871D4-A128-4350-8CC8-3D4D941366BB}" type="slidenum">
              <a:t>‹#›</a:t>
            </a:fld>
            <a:endParaRPr/>
          </a:p>
        </p:txBody>
      </p:sp>
      <p:sp>
        <p:nvSpPr>
          <p:cNvPr id="9" name="Rectangle 8">
            <a:extLst xmlns:a="http://schemas.openxmlformats.org/drawingml/2006/main">
              <a:ext uri="{FF2B5EF4-FFF2-40B4-BE49-F238E27FC236}">
                <a16:creationId xmlns:a16="http://schemas.microsoft.com/office/drawing/2014/main" id="{888290B2-3481-48B2-8270-FBD258DFAB30}"/>
              </a:ext>
            </a:extLst>
          </p:cNvPr>
          <p:cNvSpPr>
            <a:spLocks xmlns:a="http://schemas.openxmlformats.org/drawingml/2006/main" noGrp="1"/>
          </p:cNvSpPr>
          <p:nvPr/>
        </p:nvSpPr>
        <p:spPr>
          <a:xfrm xmlns:a="http://schemas.openxmlformats.org/drawingml/2006/main">
            <a:off x="2378089" y="5375478"/>
            <a:ext cx="2341251" cy="1497600"/>
          </a:xfrm>
          <a:prstGeom xmlns:a="http://schemas.openxmlformats.org/drawingml/2006/main" prst="rect">
            <a:avLst/>
          </a:prstGeom>
          <a:blipFill xmlns:a="http://schemas.openxmlformats.org/drawingml/2006/main" rotWithShape="1">
            <a:blip xmlns:r="http://schemas.openxmlformats.org/officeDocument/2006/relationships" r:embed="Ra037b6bbd0484827"/>
            <a:srcRect l="0" t="0" r="0" b="0"/>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Rectangle 25">
            <a:extLst xmlns:a="http://schemas.openxmlformats.org/drawingml/2006/main">
              <a:ext uri="{FF2B5EF4-FFF2-40B4-BE49-F238E27FC236}">
                <a16:creationId xmlns:a16="http://schemas.microsoft.com/office/drawing/2014/main" id="{E56D3D5A-1E8C-40DF-BB58-F0ABA457A9B6}"/>
              </a:ext>
            </a:extLst>
          </p:cNvPr>
          <p:cNvSpPr>
            <a:spLocks xmlns:a="http://schemas.openxmlformats.org/drawingml/2006/main" noGrp="1"/>
          </p:cNvSpPr>
          <p:nvPr/>
        </p:nvSpPr>
        <p:spPr>
          <a:xfrm xmlns:a="http://schemas.openxmlformats.org/drawingml/2006/main">
            <a:off x="9763431" y="5375478"/>
            <a:ext cx="2422035" cy="1501200"/>
          </a:xfrm>
          <a:prstGeom xmlns:a="http://schemas.openxmlformats.org/drawingml/2006/main" prst="rect">
            <a:avLst/>
          </a:prstGeom>
          <a:blipFill xmlns:a="http://schemas.openxmlformats.org/drawingml/2006/main" rotWithShape="1">
            <a:blip xmlns:r="http://schemas.openxmlformats.org/officeDocument/2006/relationships" r:embed="R448e8eaf6b454492"/>
            <a:srcRect l="0" t="0" r="0" b="0"/>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34" name="Picture 26"/>
          <p:cNvPicPr>
            <a:picLocks xmlns:a="http://schemas.openxmlformats.org/drawingml/2006/main" noChangeAspect="1"/>
          </p:cNvPicPr>
          <p:nvPr/>
        </p:nvPicPr>
        <p:blipFill>
          <a:blip xmlns:r="http://schemas.openxmlformats.org/officeDocument/2006/relationships" xmlns:a="http://schemas.openxmlformats.org/drawingml/2006/main" r:embed="Ra046e463b427406d"/>
          <a:stretch xmlns:a="http://schemas.openxmlformats.org/drawingml/2006/main">
            <a:fillRect l="0" t="0" r="0" b="0"/>
          </a:stretch>
        </p:blipFill>
        <p:spPr>
          <a:xfrm xmlns:a="http://schemas.openxmlformats.org/drawingml/2006/main">
            <a:off x="10146314" y="-533400"/>
            <a:ext cx="2055813" cy="2140429"/>
          </a:xfrm>
          <a:prstGeom xmlns:a="http://schemas.openxmlformats.org/drawingml/2006/main" prst="rect">
            <a:avLst/>
          </a:prstGeom>
        </p:spPr>
      </p:pic>
      <p:sp>
        <p:nvSpPr>
          <p:cNvPr id="11" name="Title 1">
            <a:extLst xmlns:a="http://schemas.openxmlformats.org/drawingml/2006/main">
              <a:ext uri="{FF2B5EF4-FFF2-40B4-BE49-F238E27FC236}">
                <a16:creationId xmlns:a16="http://schemas.microsoft.com/office/drawing/2014/main" id="{D41B9D4D-4A6A-4C70-A93A-854C0E512402}"/>
              </a:ext>
            </a:extLst>
          </p:cNvPr>
          <p:cNvSpPr>
            <a:spLocks xmlns:a="http://schemas.openxmlformats.org/drawingml/2006/main" noGrp="1"/>
          </p:cNvSpPr>
          <p:nvPr/>
        </p:nvSpPr>
        <p:spPr>
          <a:xfrm xmlns:a="http://schemas.openxmlformats.org/drawingml/2006/main">
            <a:off x="2360612" y="2590800"/>
            <a:ext cx="7923690" cy="765174"/>
          </a:xfrm>
          <a:prstGeom xmlns:a="http://schemas.openxmlformats.org/drawingml/2006/main" prst="rect">
            <a:avLst/>
          </a:prstGeom>
        </p:spPr>
        <p:txBody>
          <a:bodyPr xmlns:a="http://schemas.openxmlformats.org/drawingml/2006/main">
            <a:normAutofit fontScale="97500" lnSpcReduction="10000"/>
          </a:bodyPr>
          <a:lstStyle xmlns:a="http://schemas.openxmlformats.org/drawingml/2006/main">
            <a:lvl1pPr algn="l" defTabSz="914400">
              <a:spcBef>
                <a:spcPct val="0"/>
              </a:spcBef>
              <a:buNone/>
              <a:defRPr sz="4600" b="1" kern="1200">
                <a:solidFill>
                  <a:schemeClr val="tx1"/>
                </a:solidFill>
                <a:latin typeface="Swis721 Cn BT"/>
                <a:ea typeface="Swis721 Cn BT"/>
                <a:cs typeface="Swis721 Cn BT"/>
              </a:defRPr>
            </a:lvl1pPr>
          </a:lstStyle>
          <a:p xmlns:a="http://schemas.openxmlformats.org/drawingml/2006/main">
            <a:pPr algn="ctr">
              <a:buNone/>
            </a:pPr>
            <a:endParaRPr/>
          </a:p>
        </p:txBody>
      </p:sp>
    </p:spTree>
  </p:cSld>
</p:sldLayout>
</file>

<file path=ppt/slideLayouts/slideLayout2.xml><?xml version="1.0" encoding="utf-8"?>
<p:sldLayout xmlns:p="http://schemas.openxmlformats.org/presentationml/2006/main" showMasterSp="0" userDrawn="1">
  <p:cSld name="8_Title Slide">
    <p:spTree>
      <p:nvGrpSpPr>
        <p:cNvPr id="1" name=""/>
        <p:cNvGrpSpPr/>
        <p:nvPr/>
      </p:nvGrpSpPr>
      <p:grpSpPr>
        <a:xfrm xmlns:a="http://schemas.openxmlformats.org/drawingml/2006/main"/>
      </p:grpSpPr>
      <p:pic>
        <p:nvPicPr>
          <p:cNvPr id="10" name="Picture 2"/>
          <p:cNvPicPr>
            <a:picLocks xmlns:a="http://schemas.openxmlformats.org/drawingml/2006/main" noChangeAspect="1"/>
          </p:cNvPicPr>
          <p:nvPr/>
        </p:nvPicPr>
        <p:blipFill>
          <a:blip xmlns:r="http://schemas.openxmlformats.org/officeDocument/2006/relationships" xmlns:a="http://schemas.openxmlformats.org/drawingml/2006/main" r:embed="R6ece609785ff4fca"/>
          <a:stretch xmlns:a="http://schemas.openxmlformats.org/drawingml/2006/main">
            <a:fillRect l="0" t="0" r="0" b="0"/>
          </a:stretch>
        </p:blipFill>
        <p:spPr>
          <a:xfrm xmlns:a="http://schemas.openxmlformats.org/drawingml/2006/main">
            <a:off x="97024" y="144716"/>
            <a:ext cx="1226844" cy="541084"/>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5D55DB5A-1EA7-78CC-339C-B24F82ECC94A}"/>
              </a:ext>
            </a:extLst>
          </p:cNvPr>
          <p:cNvSpPr>
            <a:spLocks xmlns:a="http://schemas.openxmlformats.org/drawingml/2006/main" noGrp="1"/>
          </p:cNvSpPr>
          <p:nvPr/>
        </p:nvSpPr>
        <p:spPr>
          <a:xfrm xmlns:a="http://schemas.openxmlformats.org/drawingml/2006/main" rot="10800000">
            <a:off x="-39600" y="842399"/>
            <a:ext cx="12240000" cy="72000"/>
          </a:xfrm>
          <a:prstGeom xmlns:a="http://schemas.openxmlformats.org/drawingml/2006/main" prst="rect">
            <a:avLst/>
          </a:prstGeom>
          <a:gradFill xmlns:a="http://schemas.openxmlformats.org/drawingml/2006/main" rotWithShape="1">
            <a:gsLst>
              <a:gs pos="0">
                <a:srgbClr val="9E0002"/>
              </a:gs>
              <a:gs pos="40000">
                <a:schemeClr val="accent2">
                  <a:lumMod val="40000"/>
                  <a:lumOff val="60000"/>
                </a:schemeClr>
              </a:gs>
              <a:gs pos="70000">
                <a:schemeClr val="accent6">
                  <a:lumMod val="75000"/>
                </a:schemeClr>
              </a:gs>
              <a:gs pos="100000">
                <a:schemeClr val="accent6">
                  <a:lumMod val="50000"/>
                </a:schemeClr>
              </a:gs>
            </a:gsLst>
            <a:path path="circle">
              <a:fillToRect l="100000" t="100000" r="0" b="0"/>
            </a:path>
            <a:tileRect r="-100000" b="-10000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Straight Connector 27">
            <a:extLst xmlns:a="http://schemas.openxmlformats.org/drawingml/2006/main">
              <a:ext uri="{FF2B5EF4-FFF2-40B4-BE49-F238E27FC236}">
                <a16:creationId xmlns:a16="http://schemas.microsoft.com/office/drawing/2014/main" id="{7ABDFD75-1260-4CCD-A614-F8714F592E36}"/>
              </a:ext>
            </a:extLst>
          </p:cNvPr>
          <p:cNvSpPr>
            <a:spLocks xmlns:a="http://schemas.openxmlformats.org/drawingml/2006/main" noGrp="1"/>
          </p:cNvSpPr>
          <p:nvPr/>
        </p:nvSpPr>
        <p:spPr>
          <a:xfrm xmlns:a="http://schemas.openxmlformats.org/drawingml/2006/main">
            <a:off x="609600" y="6353175"/>
            <a:ext cx="10972800" cy="0"/>
          </a:xfrm>
          <a:prstGeom xmlns:a="http://schemas.openxmlformats.org/drawingml/2006/main" prst="line">
            <a:avLst/>
          </a:prstGeom>
          <a:noFill xmlns:a="http://schemas.openxmlformats.org/drawingml/2006/main"/>
          <a:ln xmlns:a="http://schemas.openxmlformats.org/drawingml/2006/main" w="9525">
            <a:solidFill>
              <a:schemeClr val="accent2"/>
            </a:solidFill>
            <a:prstDash val="dash"/>
          </a:ln>
        </p:spPr>
        <p:txBody>
          <a:bodyPr xmlns:a="http://schemas.openxmlformats.org/drawingml/2006/main"/>
          <a:lstStyle xmlns:a="http://schemas.openxmlformats.org/drawingml/2006/main"/>
          <a:p xmlns:a="http://schemas.openxmlformats.org/drawingml/2006/main">
            <a:pPr>
              <a:buNone/>
            </a:pPr>
            <a:endParaRPr>
              <a:solidFill>
                <a:prstClr val="black"/>
              </a:solidFill>
              <a:latin typeface="Arial"/>
              <a:ea typeface="Arial"/>
              <a:cs typeface="Arial"/>
            </a:endParaRPr>
          </a:p>
        </p:txBody>
      </p:sp>
      <p:sp>
        <p:nvSpPr>
          <p:cNvPr id="5" name="Footer Placeholder 3">
            <a:extLst xmlns:a="http://schemas.openxmlformats.org/drawingml/2006/main">
              <a:ext uri="{FF2B5EF4-FFF2-40B4-BE49-F238E27FC236}">
                <a16:creationId xmlns:a16="http://schemas.microsoft.com/office/drawing/2014/main" id="{9C1C05A4-00B0-5F97-4426-BB0985B5A115}"/>
              </a:ext>
            </a:extLst>
          </p:cNvPr>
          <p:cNvSpPr>
            <a:spLocks xmlns:a="http://schemas.openxmlformats.org/drawingml/2006/main" noGrp="1"/>
          </p:cNvSpPr>
          <p:nvPr/>
        </p:nvSpPr>
        <p:spPr>
          <a:xfrm xmlns:a="http://schemas.openxmlformats.org/drawingml/2006/main">
            <a:off x="4490852" y="6445250"/>
            <a:ext cx="3207120" cy="365125"/>
          </a:xfrm>
          <a:prstGeom xmlns:a="http://schemas.openxmlformats.org/drawingml/2006/main" prst="rect">
            <a:avLst/>
          </a:prstGeom>
        </p:spPr>
        <p:txBody>
          <a:bodyPr xmlns:a="http://schemas.openxmlformats.org/drawingml/2006/main" vert="horz"/>
          <a:lstStyle xmlns:a="http://schemas.openxmlformats.org/drawingml/2006/main">
            <a:lvl1pPr algn="l">
              <a:spcBef>
                <a:spcPts val="0"/>
              </a:spcBef>
              <a:spcAft>
                <a:spcPts val="0"/>
              </a:spcAft>
              <a:buNone/>
              <a:defRPr sz="1400" kern="1200">
                <a:solidFill>
                  <a:schemeClr val="tx2"/>
                </a:solidFill>
                <a:latin typeface="+mn-lt"/>
                <a:ea typeface="+mn-lt"/>
                <a:cs typeface="+mn-lt"/>
              </a:defRPr>
            </a:lvl1pPr>
            <a:lvl2pPr marL="457200" algn="l">
              <a:spcBef>
                <a:spcPct val="0"/>
              </a:spcBef>
              <a:spcAft>
                <a:spcPct val="0"/>
              </a:spcAft>
              <a:buNone/>
              <a:defRPr kern="1200">
                <a:solidFill>
                  <a:schemeClr val="tx1"/>
                </a:solidFill>
                <a:latin typeface="Arial"/>
                <a:ea typeface="Arial"/>
                <a:cs typeface="Arial"/>
              </a:defRPr>
            </a:lvl2pPr>
            <a:lvl3pPr marL="914400" algn="l">
              <a:spcBef>
                <a:spcPct val="0"/>
              </a:spcBef>
              <a:spcAft>
                <a:spcPct val="0"/>
              </a:spcAft>
              <a:buNone/>
              <a:defRPr kern="1200">
                <a:solidFill>
                  <a:schemeClr val="tx1"/>
                </a:solidFill>
                <a:latin typeface="Arial"/>
                <a:ea typeface="Arial"/>
                <a:cs typeface="Arial"/>
              </a:defRPr>
            </a:lvl3pPr>
            <a:lvl4pPr marL="1371600" algn="l">
              <a:spcBef>
                <a:spcPct val="0"/>
              </a:spcBef>
              <a:spcAft>
                <a:spcPct val="0"/>
              </a:spcAft>
              <a:buNone/>
              <a:defRPr kern="1200">
                <a:solidFill>
                  <a:schemeClr val="tx1"/>
                </a:solidFill>
                <a:latin typeface="Arial"/>
                <a:ea typeface="Arial"/>
                <a:cs typeface="Arial"/>
              </a:defRPr>
            </a:lvl4pPr>
            <a:lvl5pPr marL="1828800" algn="l">
              <a:spcBef>
                <a:spcPct val="0"/>
              </a:spcBef>
              <a:spcAft>
                <a:spcPct val="0"/>
              </a:spcAft>
              <a:buNone/>
              <a:defRPr kern="1200">
                <a:solidFill>
                  <a:schemeClr val="tx1"/>
                </a:solidFill>
                <a:latin typeface="Arial"/>
                <a:ea typeface="Arial"/>
                <a:cs typeface="Arial"/>
              </a:defRPr>
            </a:lvl5pPr>
            <a:lvl6pPr marL="2286000" algn="l" defTabSz="914400">
              <a:buNone/>
              <a:defRPr kern="1200">
                <a:solidFill>
                  <a:schemeClr val="tx1"/>
                </a:solidFill>
                <a:latin typeface="Arial"/>
                <a:ea typeface="Arial"/>
                <a:cs typeface="Arial"/>
              </a:defRPr>
            </a:lvl6pPr>
            <a:lvl7pPr marL="2743200" algn="l" defTabSz="914400">
              <a:buNone/>
              <a:defRPr kern="1200">
                <a:solidFill>
                  <a:schemeClr val="tx1"/>
                </a:solidFill>
                <a:latin typeface="Arial"/>
                <a:ea typeface="Arial"/>
                <a:cs typeface="Arial"/>
              </a:defRPr>
            </a:lvl7pPr>
            <a:lvl8pPr marL="3200400" algn="l" defTabSz="914400">
              <a:buNone/>
              <a:defRPr kern="1200">
                <a:solidFill>
                  <a:schemeClr val="tx1"/>
                </a:solidFill>
                <a:latin typeface="Arial"/>
                <a:ea typeface="Arial"/>
                <a:cs typeface="Arial"/>
              </a:defRPr>
            </a:lvl8pPr>
            <a:lvl9pPr marL="3657600" algn="l" defTabSz="914400">
              <a:buNone/>
              <a:defRPr kern="1200">
                <a:solidFill>
                  <a:schemeClr val="tx1"/>
                </a:solidFill>
                <a:latin typeface="Arial"/>
                <a:ea typeface="Arial"/>
                <a:cs typeface="Arial"/>
              </a:defRPr>
            </a:lvl9pPr>
          </a:lstStyle>
          <a:p xmlns:a="http://schemas.openxmlformats.org/drawingml/2006/main">
            <a:pPr algn="ctr">
              <a:buNone/>
            </a:pPr>
            <a:r>
              <a:rPr sz="1723" b="1">
                <a:solidFill>
                  <a:srgbClr val="323232"/>
                </a:solidFill>
                <a:latin typeface="Times New Roman"/>
                <a:ea typeface="Times New Roman"/>
                <a:cs typeface="Times New Roman"/>
              </a:rPr>
              <a:t>Corporate Chemistry</a:t>
            </a:r>
          </a:p>
        </p:txBody>
      </p:sp>
      <p:sp>
        <p:nvSpPr>
          <p:cNvPr id="8" name="TextBox 17">
            <a:extLst xmlns:a="http://schemas.openxmlformats.org/drawingml/2006/main">
              <a:ext uri="{FF2B5EF4-FFF2-40B4-BE49-F238E27FC236}">
                <a16:creationId xmlns:a16="http://schemas.microsoft.com/office/drawing/2014/main" id="{B7FE6A9D-E6CB-0727-9160-A4DFF207F216}"/>
              </a:ext>
            </a:extLst>
          </p:cNvPr>
          <p:cNvSpPr>
            <a:spLocks xmlns:a="http://schemas.openxmlformats.org/drawingml/2006/main" noGrp="1"/>
          </p:cNvSpPr>
          <p:nvPr/>
        </p:nvSpPr>
        <p:spPr>
          <a:xfrm xmlns:a="http://schemas.openxmlformats.org/drawingml/2006/main">
            <a:off x="8913812" y="114126"/>
            <a:ext cx="3201988" cy="552524"/>
          </a:xfrm>
          <a:prstGeom xmlns:a="http://schemas.openxmlformats.org/drawingml/2006/main" prst="rect">
            <a:avLst/>
          </a:prstGeom>
        </p:spPr>
        <p:txBody>
          <a:bodyPr xmlns:a="http://schemas.openxmlformats.org/drawingml/2006/main" wrap="square" lIns="0" tIns="0" rIns="0" bIns="0" anchor="ctr">
            <a:spAutoFit/>
          </a:bodyPr>
          <a:lstStyle xmlns:a="http://schemas.openxmlformats.org/drawingml/2006/main"/>
          <a:p xmlns:a="http://schemas.openxmlformats.org/drawingml/2006/main">
            <a:pPr algn="r">
              <a:lnSpc>
                <a:spcPts val="4899"/>
              </a:lnSpc>
              <a:spcBef>
                <a:spcPct val="0"/>
              </a:spcBef>
              <a:buNone/>
            </a:pPr>
            <a:r>
              <a:rPr sz="2400" b="1">
                <a:gradFill rotWithShape="1">
                  <a:gsLst>
                    <a:gs pos="0">
                      <a:srgbClr val="9D3B38"/>
                    </a:gs>
                    <a:gs pos="41000">
                      <a:srgbClr val="8C785F"/>
                    </a:gs>
                    <a:gs pos="70000">
                      <a:srgbClr val="788E67"/>
                    </a:gs>
                    <a:gs pos="93000">
                      <a:srgbClr val="489C6A"/>
                    </a:gs>
                  </a:gsLst>
                  <a:lin ang="0" scaled="1"/>
                  <a:tileRect/>
                </a:gradFill>
                <a:latin typeface="Inter Bold"/>
                <a:ea typeface="Inter Bold"/>
                <a:cs typeface="Inter Bold"/>
              </a:rPr>
              <a:t>Corp. Chem.</a:t>
            </a:r>
          </a:p>
        </p:txBody>
      </p:sp>
    </p:spTree>
  </p:cSld>
</p:sldLayout>
</file>

<file path=ppt/slideLayouts/slideLayout3.xml><?xml version="1.0" encoding="utf-8"?>
<p:sldLayout xmlns:p="http://schemas.openxmlformats.org/presentationml/2006/main" showMasterSp="0" userDrawn="1">
  <p:cSld name="1_Title Slide">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B9177572-2993-421D-835F-0F710350AB6F}"/>
              </a:ext>
            </a:extLst>
          </p:cNvPr>
          <p:cNvSpPr>
            <a:spLocks xmlns:a="http://schemas.openxmlformats.org/drawingml/2006/main" noGrp="1"/>
          </p:cNvSpPr>
          <p:nvPr>
            <p:ph type="ctrTitle" idx="0"/>
          </p:nvPr>
        </p:nvSpPr>
        <p:spPr>
          <a:xfrm xmlns:a="http://schemas.openxmlformats.org/drawingml/2006/main">
            <a:off x="3047206" y="3048000"/>
            <a:ext cx="9141619" cy="533400"/>
          </a:xfrm>
        </p:spPr>
        <p:txBody>
          <a:bodyPr xmlns:a="http://schemas.openxmlformats.org/drawingml/2006/main" anchor="ctr">
            <a:noAutofit/>
          </a:bodyPr>
          <a:lstStyle xmlns:a="http://schemas.openxmlformats.org/drawingml/2006/main">
            <a:lvl1pPr algn="ctr">
              <a:buNone/>
              <a:defRPr sz="3938" b="1">
                <a:solidFill>
                  <a:schemeClr val="tx1"/>
                </a:solidFill>
              </a:defRPr>
            </a:lvl1pPr>
          </a:lstStyle>
          <a:p xmlns:a="http://schemas.openxmlformats.org/drawingml/2006/main">
            <a:r>
              <a:t>Click to edit Master title style</a:t>
            </a:r>
          </a:p>
        </p:txBody>
      </p:sp>
      <p:pic>
        <p:nvPicPr>
          <p:cNvPr id="16" name="Picture 5"/>
          <p:cNvPicPr>
            <a:picLocks xmlns:a="http://schemas.openxmlformats.org/drawingml/2006/main" noChangeAspect="1"/>
          </p:cNvPicPr>
          <p:nvPr/>
        </p:nvPicPr>
        <p:blipFill>
          <a:blip xmlns:r="http://schemas.openxmlformats.org/officeDocument/2006/relationships" xmlns:a="http://schemas.openxmlformats.org/drawingml/2006/main" r:embed="R7cbc04d21fb842c4"/>
          <a:stretch xmlns:a="http://schemas.openxmlformats.org/drawingml/2006/main">
            <a:fillRect l="0" t="0" r="0" b="0"/>
          </a:stretch>
        </p:blipFill>
        <p:spPr>
          <a:xfrm xmlns:a="http://schemas.openxmlformats.org/drawingml/2006/main">
            <a:off x="3712443" y="17893"/>
            <a:ext cx="1415763" cy="1381516"/>
          </a:xfrm>
          <a:prstGeom xmlns:a="http://schemas.openxmlformats.org/drawingml/2006/main" prst="rect">
            <a:avLst/>
          </a:prstGeom>
          <a:ln xmlns:a="http://schemas.openxmlformats.org/drawingml/2006/main" w="19050">
            <a:solidFill>
              <a:schemeClr val="tx1"/>
            </a:solidFill>
          </a:ln>
        </p:spPr>
      </p:pic>
      <p:pic>
        <p:nvPicPr>
          <p:cNvPr id="17" name="Picture 13"/>
          <p:cNvPicPr>
            <a:picLocks xmlns:a="http://schemas.openxmlformats.org/drawingml/2006/main" noChangeAspect="1"/>
          </p:cNvPicPr>
          <p:nvPr/>
        </p:nvPicPr>
        <p:blipFill>
          <a:blip xmlns:r="http://schemas.openxmlformats.org/officeDocument/2006/relationships" xmlns:a="http://schemas.openxmlformats.org/drawingml/2006/main" r:embed="R0f5dcfe790c74084"/>
          <a:stretch xmlns:a="http://schemas.openxmlformats.org/drawingml/2006/main">
            <a:fillRect l="0" t="0" r="0" b="0"/>
          </a:stretch>
        </p:blipFill>
        <p:spPr>
          <a:xfrm xmlns:a="http://schemas.openxmlformats.org/drawingml/2006/main">
            <a:off x="5136839" y="19953"/>
            <a:ext cx="1784529" cy="1379457"/>
          </a:xfrm>
          <a:prstGeom xmlns:a="http://schemas.openxmlformats.org/drawingml/2006/main" prst="rect">
            <a:avLst/>
          </a:prstGeom>
          <a:ln xmlns:a="http://schemas.openxmlformats.org/drawingml/2006/main" w="19050">
            <a:solidFill>
              <a:schemeClr val="tx1"/>
            </a:solidFill>
          </a:ln>
        </p:spPr>
      </p:pic>
      <p:pic>
        <p:nvPicPr>
          <p:cNvPr id="18" name="Picture 14"/>
          <p:cNvPicPr>
            <a:picLocks xmlns:a="http://schemas.openxmlformats.org/drawingml/2006/main" noChangeAspect="1"/>
          </p:cNvPicPr>
          <p:nvPr/>
        </p:nvPicPr>
        <p:blipFill>
          <a:blip xmlns:r="http://schemas.openxmlformats.org/officeDocument/2006/relationships" xmlns:a="http://schemas.openxmlformats.org/drawingml/2006/main" r:embed="Rb8b3f2315c5e45a5"/>
          <a:stretch xmlns:a="http://schemas.openxmlformats.org/drawingml/2006/main">
            <a:fillRect l="0" t="0" r="0" b="0"/>
          </a:stretch>
        </p:blipFill>
        <p:spPr>
          <a:xfrm xmlns:a="http://schemas.openxmlformats.org/drawingml/2006/main">
            <a:off x="6921368" y="18274"/>
            <a:ext cx="2772507" cy="1379457"/>
          </a:xfrm>
          <a:prstGeom xmlns:a="http://schemas.openxmlformats.org/drawingml/2006/main" prst="rect">
            <a:avLst/>
          </a:prstGeom>
          <a:ln xmlns:a="http://schemas.openxmlformats.org/drawingml/2006/main" w="19050">
            <a:solidFill>
              <a:schemeClr val="tx1"/>
            </a:solidFill>
          </a:ln>
        </p:spPr>
      </p:pic>
      <p:pic>
        <p:nvPicPr>
          <p:cNvPr id="19" name="Picture 16"/>
          <p:cNvPicPr>
            <a:picLocks xmlns:a="http://schemas.openxmlformats.org/drawingml/2006/main" noChangeAspect="1"/>
          </p:cNvPicPr>
          <p:nvPr/>
        </p:nvPicPr>
        <p:blipFill>
          <a:blip xmlns:r="http://schemas.openxmlformats.org/officeDocument/2006/relationships" xmlns:a="http://schemas.openxmlformats.org/drawingml/2006/main" r:embed="Rae0acbed069d48e5"/>
          <a:stretch xmlns:a="http://schemas.openxmlformats.org/drawingml/2006/main">
            <a:fillRect l="0" t="0" r="0" b="0"/>
          </a:stretch>
        </p:blipFill>
        <p:spPr>
          <a:xfrm xmlns:a="http://schemas.openxmlformats.org/drawingml/2006/main">
            <a:off x="2566940" y="17473"/>
            <a:ext cx="1128643" cy="1379458"/>
          </a:xfrm>
          <a:prstGeom xmlns:a="http://schemas.openxmlformats.org/drawingml/2006/main" prst="rect">
            <a:avLst/>
          </a:prstGeom>
          <a:ln xmlns:a="http://schemas.openxmlformats.org/drawingml/2006/main" w="19050">
            <a:solidFill>
              <a:schemeClr val="tx1"/>
            </a:solidFill>
          </a:ln>
        </p:spPr>
      </p:pic>
      <p:pic>
        <p:nvPicPr>
          <p:cNvPr id="20" name="Picture 2"/>
          <p:cNvPicPr>
            <a:picLocks xmlns:a="http://schemas.openxmlformats.org/drawingml/2006/main" noChangeAspect="1"/>
          </p:cNvPicPr>
          <p:nvPr/>
        </p:nvPicPr>
        <p:blipFill>
          <a:blip xmlns:r="http://schemas.openxmlformats.org/officeDocument/2006/relationships" xmlns:a="http://schemas.openxmlformats.org/drawingml/2006/main" r:embed="Rc05bb4d0efac4853"/>
          <a:stretch xmlns:a="http://schemas.openxmlformats.org/drawingml/2006/main">
            <a:fillRect l="0" t="0" r="0" b="0"/>
          </a:stretch>
        </p:blipFill>
        <p:spPr>
          <a:xfrm xmlns:a="http://schemas.openxmlformats.org/drawingml/2006/main">
            <a:off x="0" y="15586"/>
            <a:ext cx="2550079" cy="1379457"/>
          </a:xfrm>
          <a:prstGeom xmlns:a="http://schemas.openxmlformats.org/drawingml/2006/main" prst="rect">
            <a:avLst/>
          </a:prstGeom>
          <a:ln xmlns:a="http://schemas.openxmlformats.org/drawingml/2006/main" w="19050">
            <a:solidFill>
              <a:schemeClr val="tx1"/>
            </a:solidFill>
          </a:ln>
        </p:spPr>
      </p:pic>
      <p:pic>
        <p:nvPicPr>
          <p:cNvPr id="21" name="Picture 4"/>
          <p:cNvPicPr>
            <a:picLocks xmlns:a="http://schemas.openxmlformats.org/drawingml/2006/main" noChangeAspect="1"/>
          </p:cNvPicPr>
          <p:nvPr/>
        </p:nvPicPr>
        <p:blipFill>
          <a:blip xmlns:r="http://schemas.openxmlformats.org/officeDocument/2006/relationships" xmlns:a="http://schemas.openxmlformats.org/drawingml/2006/main" r:embed="R6f15572a7c40451a"/>
          <a:stretch xmlns:a="http://schemas.openxmlformats.org/drawingml/2006/main">
            <a:fillRect l="0" t="0" r="0" b="0"/>
          </a:stretch>
        </p:blipFill>
        <p:spPr>
          <a:xfrm xmlns:a="http://schemas.openxmlformats.org/drawingml/2006/main">
            <a:off x="9707567" y="15585"/>
            <a:ext cx="2481259" cy="1379457"/>
          </a:xfrm>
          <a:prstGeom xmlns:a="http://schemas.openxmlformats.org/drawingml/2006/main" prst="rect">
            <a:avLst/>
          </a:prstGeom>
          <a:ln xmlns:a="http://schemas.openxmlformats.org/drawingml/2006/main" w="19050">
            <a:solidFill>
              <a:schemeClr val="tx1"/>
            </a:solidFill>
          </a:ln>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4798e1c6970b4f84" /><Relationship Type="http://schemas.openxmlformats.org/officeDocument/2006/relationships/image" Target="/ppt/media/image.jpeg" Id="R69929ae343034040" /><Relationship Type="http://schemas.openxmlformats.org/officeDocument/2006/relationships/image" Target="/ppt/media/image2.png" Id="Ra8ed26a9c5d84eb8" /><Relationship Type="http://schemas.openxmlformats.org/officeDocument/2006/relationships/image" Target="/ppt/media/image2.jpeg" Id="R2795acbe1a614f5c" /><Relationship Type="http://schemas.openxmlformats.org/officeDocument/2006/relationships/image" Target="/ppt/media/image3.jpeg" Id="R510423ae81474a74" /><Relationship Type="http://schemas.openxmlformats.org/officeDocument/2006/relationships/image" Target="/ppt/media/image3.png" Id="R8d9a3aeb8546470d" /><Relationship Type="http://schemas.openxmlformats.org/officeDocument/2006/relationships/image" Target="/ppt/media/image4.png" Id="R7d1c5bc734364e6e" /><Relationship Type="http://schemas.openxmlformats.org/officeDocument/2006/relationships/image" Target="/ppt/media/image4.jpeg" Id="R5e83e1d655ed495f" /><Relationship Type="http://schemas.openxmlformats.org/officeDocument/2006/relationships/theme" Target="/ppt/slideMasters/theme/theme2.xml" Id="Rb71dce1fbf6145af" /><Relationship Type="http://schemas.openxmlformats.org/officeDocument/2006/relationships/slideLayout" Target="/ppt/slideLayouts/slideLayout1.xml" Id="Ra06489005d6647ab" /></Relationships>
</file>

<file path=ppt/slideMasters/_rels/slideMaster2.xml.rels>&#65279;<?xml version="1.0" encoding="utf-8"?><Relationships xmlns="http://schemas.openxmlformats.org/package/2006/relationships"><Relationship Type="http://schemas.openxmlformats.org/officeDocument/2006/relationships/image" Target="/ppt/media/image.png" Id="R60062a9459e345f9" /><Relationship Type="http://schemas.openxmlformats.org/officeDocument/2006/relationships/image" Target="/ppt/media/image4.jpeg" Id="R46ce972fb50c4168" /><Relationship Type="http://schemas.openxmlformats.org/officeDocument/2006/relationships/image" Target="/ppt/media/image4.png" Id="R41a6a0b3eb7f4db4" /><Relationship Type="http://schemas.openxmlformats.org/officeDocument/2006/relationships/theme" Target="/ppt/slideMasters/theme/theme3.xml" Id="Re8312e0f9ac04cb8" /></Relationships>
</file>

<file path=ppt/slideMasters/_rels/slideMaster3.xml.rels>&#65279;<?xml version="1.0" encoding="utf-8"?><Relationships xmlns="http://schemas.openxmlformats.org/package/2006/relationships"><Relationship Type="http://schemas.openxmlformats.org/officeDocument/2006/relationships/image" Target="/ppt/media/image.png" Id="R6209646dba464392" /><Relationship Type="http://schemas.openxmlformats.org/officeDocument/2006/relationships/image" Target="/ppt/media/image4.jpeg" Id="Rc88a20969aae4c0a" /><Relationship Type="http://schemas.openxmlformats.org/officeDocument/2006/relationships/image" Target="/ppt/media/image4.png" Id="R50f9b577e04048a4" /><Relationship Type="http://schemas.openxmlformats.org/officeDocument/2006/relationships/theme" Target="/ppt/slideMasters/theme/theme4.xml" Id="R57b0be982131458e" /><Relationship Type="http://schemas.openxmlformats.org/officeDocument/2006/relationships/slideLayout" Target="/ppt/slideLayouts/slideLayout2.xml" Id="Rc55452c8fb734644" /><Relationship Type="http://schemas.openxmlformats.org/officeDocument/2006/relationships/slideLayout" Target="/ppt/slideLayouts/slideLayout3.xml" Id="R61dfeba8738f4fe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3248101B-9D8F-D642-8DCD-A45D2DBD4738}"/>
              </a:ext>
            </a:extLst>
          </p:cNvPr>
          <p:cNvSpPr>
            <a:spLocks xmlns:a="http://schemas.openxmlformats.org/drawingml/2006/main" noGrp="1"/>
          </p:cNvSpPr>
          <p:nvPr/>
        </p:nvSpPr>
        <p:spPr>
          <a:xfrm xmlns:a="http://schemas.openxmlformats.org/drawingml/2006/main">
            <a:off x="0" y="0"/>
            <a:ext cx="12188825" cy="6858000"/>
          </a:xfrm>
          <a:prstGeom xmlns:a="http://schemas.openxmlformats.org/drawingml/2006/main" prst="rect">
            <a:avLst/>
          </a:prstGeom>
          <a:solidFill xmlns:a="http://schemas.openxmlformats.org/drawingml/2006/main">
            <a:srgbClr val="FFCE4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ight Triangle 19">
            <a:extLst xmlns:a="http://schemas.openxmlformats.org/drawingml/2006/main">
              <a:ext uri="{FF2B5EF4-FFF2-40B4-BE49-F238E27FC236}">
                <a16:creationId xmlns:a16="http://schemas.microsoft.com/office/drawing/2014/main" id="{47C85D1F-C138-7543-BF24-3EA1EFEE19C2}"/>
              </a:ext>
            </a:extLst>
          </p:cNvPr>
          <p:cNvSpPr>
            <a:spLocks xmlns:a="http://schemas.openxmlformats.org/drawingml/2006/main" noGrp="1"/>
          </p:cNvSpPr>
          <p:nvPr/>
        </p:nvSpPr>
        <p:spPr>
          <a:xfrm xmlns:a="http://schemas.openxmlformats.org/drawingml/2006/main" flipV="1">
            <a:off x="0" y="0"/>
            <a:ext cx="1106424" cy="6858000"/>
          </a:xfrm>
          <a:prstGeom xmlns:a="http://schemas.openxmlformats.org/drawingml/2006/main" prst="rtTriangle">
            <a:avLst/>
          </a:prstGeom>
          <a:solidFill xmlns:a="http://schemas.openxmlformats.org/drawingml/2006/main">
            <a:srgbClr val="FFCE4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9CA76C77-F7FF-B946-938A-3DD0C0260AC1}"/>
              </a:ext>
            </a:extLst>
          </p:cNvPr>
          <p:cNvSpPr>
            <a:spLocks xmlns:a="http://schemas.openxmlformats.org/drawingml/2006/main" noGrp="1"/>
          </p:cNvSpPr>
          <p:nvPr/>
        </p:nvSpPr>
        <p:spPr>
          <a:xfrm xmlns:a="http://schemas.openxmlformats.org/drawingml/2006/main">
            <a:off x="1370012" y="990600"/>
            <a:ext cx="10363200" cy="64008"/>
          </a:xfrm>
          <a:prstGeom xmlns:a="http://schemas.openxmlformats.org/drawingml/2006/main" prst="rect">
            <a:avLst/>
          </a:prstGeom>
          <a:solidFill xmlns:a="http://schemas.openxmlformats.org/drawingml/2006/main">
            <a:srgbClr val="FFCE4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2" name="Picture 22"/>
          <p:cNvPicPr>
            <a:picLocks xmlns:a="http://schemas.openxmlformats.org/drawingml/2006/main" noChangeAspect="1"/>
          </p:cNvPicPr>
          <p:nvPr/>
        </p:nvPicPr>
        <p:blipFill>
          <a:blip xmlns:r="http://schemas.openxmlformats.org/officeDocument/2006/relationships" xmlns:a="http://schemas.openxmlformats.org/drawingml/2006/main" r:embed="R4798e1c6970b4f84"/>
          <a:stretch xmlns:a="http://schemas.openxmlformats.org/drawingml/2006/main">
            <a:fillRect l="0" t="0" r="0" b="0"/>
          </a:stretch>
        </p:blipFill>
        <p:spPr>
          <a:xfrm xmlns:a="http://schemas.openxmlformats.org/drawingml/2006/main">
            <a:off x="10146314" y="-533400"/>
            <a:ext cx="2055813" cy="2140429"/>
          </a:xfrm>
          <a:prstGeom xmlns:a="http://schemas.openxmlformats.org/drawingml/2006/main" prst="rect">
            <a:avLst/>
          </a:prstGeom>
        </p:spPr>
      </p:pic>
      <p:sp>
        <p:nvSpPr>
          <p:cNvPr id="24" name="Straight Connector 23">
            <a:extLst xmlns:a="http://schemas.openxmlformats.org/drawingml/2006/main">
              <a:ext uri="{FF2B5EF4-FFF2-40B4-BE49-F238E27FC236}">
                <a16:creationId xmlns:a16="http://schemas.microsoft.com/office/drawing/2014/main" id="{CBE1481A-4640-4B72-9102-991588EA9C54}"/>
              </a:ext>
            </a:extLst>
          </p:cNvPr>
          <p:cNvSpPr>
            <a:spLocks xmlns:a="http://schemas.openxmlformats.org/drawingml/2006/main" noGrp="1"/>
          </p:cNvSpPr>
          <p:nvPr/>
        </p:nvSpPr>
        <p:spPr>
          <a:xfrm xmlns:a="http://schemas.openxmlformats.org/drawingml/2006/main">
            <a:off x="2378089" y="3429000"/>
            <a:ext cx="8401909" cy="0"/>
          </a:xfrm>
          <a:prstGeom xmlns:a="http://schemas.openxmlformats.org/drawingml/2006/main" prst="line">
            <a:avLst/>
          </a:prstGeom>
          <a:ln xmlns:a="http://schemas.openxmlformats.org/drawingml/2006/main" w="38100">
            <a:solidFill>
              <a:srgbClr val="C0000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5" name="Rectangle 24">
            <a:extLst xmlns:a="http://schemas.openxmlformats.org/drawingml/2006/main">
              <a:ext uri="{FF2B5EF4-FFF2-40B4-BE49-F238E27FC236}">
                <a16:creationId xmlns:a16="http://schemas.microsoft.com/office/drawing/2014/main" id="{B7455686-92E9-4B43-A6F0-BABA9B8C5069}"/>
              </a:ext>
            </a:extLst>
          </p:cNvPr>
          <p:cNvSpPr>
            <a:spLocks xmlns:a="http://schemas.openxmlformats.org/drawingml/2006/main" noGrp="1"/>
          </p:cNvSpPr>
          <p:nvPr/>
        </p:nvSpPr>
        <p:spPr>
          <a:xfrm xmlns:a="http://schemas.openxmlformats.org/drawingml/2006/main">
            <a:off x="7425784" y="5367276"/>
            <a:ext cx="2341251" cy="1501200"/>
          </a:xfrm>
          <a:prstGeom xmlns:a="http://schemas.openxmlformats.org/drawingml/2006/main" prst="rect">
            <a:avLst/>
          </a:prstGeom>
          <a:blipFill xmlns:a="http://schemas.openxmlformats.org/drawingml/2006/main" rotWithShape="1">
            <a:blip xmlns:r="http://schemas.openxmlformats.org/officeDocument/2006/relationships" r:embed="R69929ae343034040"/>
            <a:srcRect l="0" t="0" r="0" b="0"/>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Rectangle 26">
            <a:extLst xmlns:a="http://schemas.openxmlformats.org/drawingml/2006/main">
              <a:ext uri="{FF2B5EF4-FFF2-40B4-BE49-F238E27FC236}">
                <a16:creationId xmlns:a16="http://schemas.microsoft.com/office/drawing/2014/main" id="{6A9FF2D6-B500-4F63-8474-05D14296726F}"/>
              </a:ext>
            </a:extLst>
          </p:cNvPr>
          <p:cNvSpPr>
            <a:spLocks xmlns:a="http://schemas.openxmlformats.org/drawingml/2006/main" noGrp="1"/>
          </p:cNvSpPr>
          <p:nvPr/>
        </p:nvSpPr>
        <p:spPr>
          <a:xfrm xmlns:a="http://schemas.openxmlformats.org/drawingml/2006/main">
            <a:off x="9763431" y="5367276"/>
            <a:ext cx="2422035" cy="1501200"/>
          </a:xfrm>
          <a:prstGeom xmlns:a="http://schemas.openxmlformats.org/drawingml/2006/main" prst="rect">
            <a:avLst/>
          </a:prstGeom>
          <a:blipFill xmlns:a="http://schemas.openxmlformats.org/drawingml/2006/main" rotWithShape="1">
            <a:blip xmlns:r="http://schemas.openxmlformats.org/officeDocument/2006/relationships" r:embed="Ra8ed26a9c5d84eb8"/>
            <a:srcRect l="0" t="0" r="0" b="0"/>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Rectangle 28">
            <a:extLst xmlns:a="http://schemas.openxmlformats.org/drawingml/2006/main">
              <a:ext uri="{FF2B5EF4-FFF2-40B4-BE49-F238E27FC236}">
                <a16:creationId xmlns:a16="http://schemas.microsoft.com/office/drawing/2014/main" id="{DA6BA7C1-F6A8-43B3-B2E5-E36C92CBBC26}"/>
              </a:ext>
            </a:extLst>
          </p:cNvPr>
          <p:cNvSpPr>
            <a:spLocks xmlns:a="http://schemas.openxmlformats.org/drawingml/2006/main" noGrp="1"/>
          </p:cNvSpPr>
          <p:nvPr/>
        </p:nvSpPr>
        <p:spPr>
          <a:xfrm xmlns:a="http://schemas.openxmlformats.org/drawingml/2006/main">
            <a:off x="4713250" y="5367276"/>
            <a:ext cx="2755606" cy="1501200"/>
          </a:xfrm>
          <a:prstGeom xmlns:a="http://schemas.openxmlformats.org/drawingml/2006/main" prst="rect">
            <a:avLst/>
          </a:prstGeom>
          <a:blipFill xmlns:a="http://schemas.openxmlformats.org/drawingml/2006/main" rotWithShape="1">
            <a:blip xmlns:r="http://schemas.openxmlformats.org/officeDocument/2006/relationships" r:embed="R2795acbe1a614f5c"/>
            <a:srcRect l="0" t="0" r="0" b="0"/>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Rectangle 29">
            <a:extLst xmlns:a="http://schemas.openxmlformats.org/drawingml/2006/main">
              <a:ext uri="{FF2B5EF4-FFF2-40B4-BE49-F238E27FC236}">
                <a16:creationId xmlns:a16="http://schemas.microsoft.com/office/drawing/2014/main" id="{779A6796-CEF1-45D3-B78F-3F8627FA8553}"/>
              </a:ext>
            </a:extLst>
          </p:cNvPr>
          <p:cNvSpPr>
            <a:spLocks xmlns:a="http://schemas.openxmlformats.org/drawingml/2006/main" noGrp="1"/>
          </p:cNvSpPr>
          <p:nvPr/>
        </p:nvSpPr>
        <p:spPr>
          <a:xfrm xmlns:a="http://schemas.openxmlformats.org/drawingml/2006/main">
            <a:off x="2378089" y="5367276"/>
            <a:ext cx="2341251" cy="1501200"/>
          </a:xfrm>
          <a:prstGeom xmlns:a="http://schemas.openxmlformats.org/drawingml/2006/main" prst="rect">
            <a:avLst/>
          </a:prstGeom>
          <a:blipFill xmlns:a="http://schemas.openxmlformats.org/drawingml/2006/main" rotWithShape="1">
            <a:blip xmlns:r="http://schemas.openxmlformats.org/officeDocument/2006/relationships" r:embed="R510423ae81474a74"/>
            <a:srcRect l="0" t="0" r="0" b="0"/>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Freeform 31">
            <a:extLst xmlns:a="http://schemas.openxmlformats.org/drawingml/2006/main">
              <a:ext uri="{FF2B5EF4-FFF2-40B4-BE49-F238E27FC236}">
                <a16:creationId xmlns:a16="http://schemas.microsoft.com/office/drawing/2014/main" id="{F042BAD7-AC1F-4039-878E-A13B1B2C19BE}"/>
              </a:ext>
            </a:extLst>
          </p:cNvPr>
          <p:cNvSpPr>
            <a:spLocks xmlns:a="http://schemas.openxmlformats.org/drawingml/2006/main" noGrp="1"/>
          </p:cNvSpPr>
          <p:nvPr/>
        </p:nvSpPr>
        <p:spPr>
          <a:xfrm xmlns:a="http://schemas.openxmlformats.org/drawingml/2006/main">
            <a:off x="-22509" y="5367276"/>
            <a:ext cx="2404201" cy="1501200"/>
          </a:xfrm>
          <a:custGeom xmlns:a="http://schemas.openxmlformats.org/drawingml/2006/main">
            <a:gdLst>
              <a:gd name="connsiteX0" fmla="*/ 255181 w 2381693"/>
              <a:gd name="connsiteY0" fmla="*/ 0 h 1499191"/>
              <a:gd name="connsiteX1" fmla="*/ 0 w 2381693"/>
              <a:gd name="connsiteY1" fmla="*/ 1488558 h 1499191"/>
              <a:gd name="connsiteX2" fmla="*/ 2381693 w 2381693"/>
              <a:gd name="connsiteY2" fmla="*/ 1499191 h 1499191"/>
              <a:gd name="connsiteX3" fmla="*/ 2381693 w 2381693"/>
              <a:gd name="connsiteY3" fmla="*/ 10633 h 1499191"/>
              <a:gd name="connsiteX4" fmla="*/ 255181 w 2381693"/>
              <a:gd name="connsiteY4" fmla="*/ 0 h 1499191"/>
              <a:gd name="connsiteX0" fmla="*/ 265814 w 2392326"/>
              <a:gd name="connsiteY0" fmla="*/ 0 h 1499191"/>
              <a:gd name="connsiteX1" fmla="*/ 0 w 2392326"/>
              <a:gd name="connsiteY1" fmla="*/ 1020726 h 1499191"/>
              <a:gd name="connsiteX2" fmla="*/ 10633 w 2392326"/>
              <a:gd name="connsiteY2" fmla="*/ 1488558 h 1499191"/>
              <a:gd name="connsiteX3" fmla="*/ 2392326 w 2392326"/>
              <a:gd name="connsiteY3" fmla="*/ 1499191 h 1499191"/>
              <a:gd name="connsiteX4" fmla="*/ 2392326 w 2392326"/>
              <a:gd name="connsiteY4" fmla="*/ 10633 h 1499191"/>
              <a:gd name="connsiteX5" fmla="*/ 265814 w 2392326"/>
              <a:gd name="connsiteY5" fmla="*/ 0 h 1499191"/>
              <a:gd name="connsiteX0" fmla="*/ 253939 w 2392326"/>
              <a:gd name="connsiteY0" fmla="*/ 0 h 1499191"/>
              <a:gd name="connsiteX1" fmla="*/ 0 w 2392326"/>
              <a:gd name="connsiteY1" fmla="*/ 1020726 h 1499191"/>
              <a:gd name="connsiteX2" fmla="*/ 10633 w 2392326"/>
              <a:gd name="connsiteY2" fmla="*/ 1488558 h 1499191"/>
              <a:gd name="connsiteX3" fmla="*/ 2392326 w 2392326"/>
              <a:gd name="connsiteY3" fmla="*/ 1499191 h 1499191"/>
              <a:gd name="connsiteX4" fmla="*/ 2392326 w 2392326"/>
              <a:gd name="connsiteY4" fmla="*/ 10633 h 1499191"/>
              <a:gd name="connsiteX5" fmla="*/ 253939 w 2392326"/>
              <a:gd name="connsiteY5" fmla="*/ 0 h 1499191"/>
              <a:gd name="connsiteX0" fmla="*/ 265814 w 2404201"/>
              <a:gd name="connsiteY0" fmla="*/ 0 h 1499191"/>
              <a:gd name="connsiteX1" fmla="*/ 0 w 2404201"/>
              <a:gd name="connsiteY1" fmla="*/ 1020726 h 1499191"/>
              <a:gd name="connsiteX2" fmla="*/ 22508 w 2404201"/>
              <a:gd name="connsiteY2" fmla="*/ 1488558 h 1499191"/>
              <a:gd name="connsiteX3" fmla="*/ 2404201 w 2404201"/>
              <a:gd name="connsiteY3" fmla="*/ 1499191 h 1499191"/>
              <a:gd name="connsiteX4" fmla="*/ 2404201 w 2404201"/>
              <a:gd name="connsiteY4" fmla="*/ 10633 h 1499191"/>
              <a:gd name="connsiteX5" fmla="*/ 265814 w 2404201"/>
              <a:gd name="connsiteY5" fmla="*/ 0 h 1499191"/>
              <a:gd name="connsiteX0" fmla="*/ 265814 w 2404201"/>
              <a:gd name="connsiteY0" fmla="*/ 0 h 1499191"/>
              <a:gd name="connsiteX1" fmla="*/ 0 w 2404201"/>
              <a:gd name="connsiteY1" fmla="*/ 1020726 h 1499191"/>
              <a:gd name="connsiteX2" fmla="*/ 22508 w 2404201"/>
              <a:gd name="connsiteY2" fmla="*/ 1488558 h 1499191"/>
              <a:gd name="connsiteX3" fmla="*/ 2404201 w 2404201"/>
              <a:gd name="connsiteY3" fmla="*/ 1499191 h 1499191"/>
              <a:gd name="connsiteX4" fmla="*/ 2404201 w 2404201"/>
              <a:gd name="connsiteY4" fmla="*/ 10633 h 1499191"/>
              <a:gd name="connsiteX5" fmla="*/ 265814 w 2404201"/>
              <a:gd name="connsiteY5" fmla="*/ 0 h 1499191"/>
              <a:gd name="connsiteX0" fmla="*/ 265814 w 2404201"/>
              <a:gd name="connsiteY0" fmla="*/ 0 h 1499191"/>
              <a:gd name="connsiteX1" fmla="*/ 0 w 2404201"/>
              <a:gd name="connsiteY1" fmla="*/ 1020726 h 1499191"/>
              <a:gd name="connsiteX2" fmla="*/ 22508 w 2404201"/>
              <a:gd name="connsiteY2" fmla="*/ 1488558 h 1499191"/>
              <a:gd name="connsiteX3" fmla="*/ 2404201 w 2404201"/>
              <a:gd name="connsiteY3" fmla="*/ 1499191 h 1499191"/>
              <a:gd name="connsiteX4" fmla="*/ 2404201 w 2404201"/>
              <a:gd name="connsiteY4" fmla="*/ 10633 h 1499191"/>
              <a:gd name="connsiteX5" fmla="*/ 265814 w 2404201"/>
              <a:gd name="connsiteY5" fmla="*/ 0 h 1499191"/>
            </a:gdLst>
            <a:rect l="l" t="t" r="r" b="b"/>
            <a:pathLst>
              <a:path w="2404201" h="1499191">
                <a:moveTo>
                  <a:pt x="265814" y="0"/>
                </a:moveTo>
                <a:cubicBezTo>
                  <a:pt x="212651" y="304800"/>
                  <a:pt x="94106" y="715926"/>
                  <a:pt x="0" y="1020726"/>
                </a:cubicBezTo>
                <a:lnTo>
                  <a:pt x="22508" y="1488558"/>
                </a:lnTo>
                <a:lnTo>
                  <a:pt x="2404201" y="1499191"/>
                </a:lnTo>
                <a:lnTo>
                  <a:pt x="2404201" y="10633"/>
                </a:lnTo>
                <a:lnTo>
                  <a:pt x="265814" y="0"/>
                </a:lnTo>
                <a:close/>
              </a:path>
            </a:pathLst>
          </a:custGeom>
          <a:blipFill xmlns:a="http://schemas.openxmlformats.org/drawingml/2006/main" rotWithShape="1">
            <a:blip xmlns:r="http://schemas.openxmlformats.org/officeDocument/2006/relationships" r:embed="R8d9a3aeb8546470d"/>
            <a:srcRect l="0" t="0" r="0" b="0"/>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Parallelogram 10">
            <a:extLst xmlns:a="http://schemas.openxmlformats.org/drawingml/2006/main">
              <a:ext uri="{FF2B5EF4-FFF2-40B4-BE49-F238E27FC236}">
                <a16:creationId xmlns:a16="http://schemas.microsoft.com/office/drawing/2014/main" id="{76675067-9D40-4CC8-8C32-1ADE9C244E48}"/>
              </a:ext>
            </a:extLst>
          </p:cNvPr>
          <p:cNvSpPr>
            <a:spLocks xmlns:a="http://schemas.openxmlformats.org/drawingml/2006/main" noGrp="1"/>
          </p:cNvSpPr>
          <p:nvPr/>
        </p:nvSpPr>
        <p:spPr>
          <a:xfrm xmlns:a="http://schemas.openxmlformats.org/drawingml/2006/main">
            <a:off x="227012" y="5181600"/>
            <a:ext cx="11975115" cy="148218"/>
          </a:xfrm>
          <a:custGeom xmlns:a="http://schemas.openxmlformats.org/drawingml/2006/main">
            <a:gdLst>
              <a:gd name="connsiteX0" fmla="*/ 0 w 10129100"/>
              <a:gd name="connsiteY0" fmla="*/ 304800 h 304800"/>
              <a:gd name="connsiteX1" fmla="*/ 76200 w 10129100"/>
              <a:gd name="connsiteY1" fmla="*/ 0 h 304800"/>
              <a:gd name="connsiteX2" fmla="*/ 10129100 w 10129100"/>
              <a:gd name="connsiteY2" fmla="*/ 0 h 304800"/>
              <a:gd name="connsiteX3" fmla="*/ 10052900 w 10129100"/>
              <a:gd name="connsiteY3" fmla="*/ 304800 h 304800"/>
              <a:gd name="connsiteX4" fmla="*/ 0 w 10129100"/>
              <a:gd name="connsiteY4" fmla="*/ 304800 h 304800"/>
              <a:gd name="connsiteX0" fmla="*/ 0 w 10129100"/>
              <a:gd name="connsiteY0" fmla="*/ 304800 h 304800"/>
              <a:gd name="connsiteX1" fmla="*/ 76200 w 10129100"/>
              <a:gd name="connsiteY1" fmla="*/ 0 h 304800"/>
              <a:gd name="connsiteX2" fmla="*/ 10129100 w 10129100"/>
              <a:gd name="connsiteY2" fmla="*/ 0 h 304800"/>
              <a:gd name="connsiteX3" fmla="*/ 10121139 w 10129100"/>
              <a:gd name="connsiteY3" fmla="*/ 304800 h 304800"/>
              <a:gd name="connsiteX4" fmla="*/ 0 w 10129100"/>
              <a:gd name="connsiteY4" fmla="*/ 304800 h 304800"/>
              <a:gd name="connsiteX0" fmla="*/ 0 w 10112987"/>
              <a:gd name="connsiteY0" fmla="*/ 312348 h 312348"/>
              <a:gd name="connsiteX1" fmla="*/ 60087 w 10112987"/>
              <a:gd name="connsiteY1" fmla="*/ 0 h 312348"/>
              <a:gd name="connsiteX2" fmla="*/ 10112987 w 10112987"/>
              <a:gd name="connsiteY2" fmla="*/ 0 h 312348"/>
              <a:gd name="connsiteX3" fmla="*/ 10105026 w 10112987"/>
              <a:gd name="connsiteY3" fmla="*/ 304800 h 312348"/>
              <a:gd name="connsiteX4" fmla="*/ 0 w 10112987"/>
              <a:gd name="connsiteY4" fmla="*/ 312348 h 312348"/>
              <a:gd name="connsiteX0" fmla="*/ 0 w 10112987"/>
              <a:gd name="connsiteY0" fmla="*/ 312348 h 312348"/>
              <a:gd name="connsiteX1" fmla="*/ 27860 w 10112987"/>
              <a:gd name="connsiteY1" fmla="*/ 0 h 312348"/>
              <a:gd name="connsiteX2" fmla="*/ 10112987 w 10112987"/>
              <a:gd name="connsiteY2" fmla="*/ 0 h 312348"/>
              <a:gd name="connsiteX3" fmla="*/ 10105026 w 10112987"/>
              <a:gd name="connsiteY3" fmla="*/ 304800 h 312348"/>
              <a:gd name="connsiteX4" fmla="*/ 0 w 10112987"/>
              <a:gd name="connsiteY4" fmla="*/ 312348 h 312348"/>
            </a:gdLst>
            <a:rect l="l" t="t" r="r" b="b"/>
            <a:pathLst>
              <a:path w="10112987" h="312348">
                <a:moveTo>
                  <a:pt x="0" y="312348"/>
                </a:moveTo>
                <a:lnTo>
                  <a:pt x="27860" y="0"/>
                </a:lnTo>
                <a:lnTo>
                  <a:pt x="10112987" y="0"/>
                </a:lnTo>
                <a:lnTo>
                  <a:pt x="10105026" y="304800"/>
                </a:lnTo>
                <a:lnTo>
                  <a:pt x="0" y="312348"/>
                </a:lnTo>
                <a:close/>
              </a:path>
            </a:pathLst>
          </a:custGeom>
          <a:solidFill xmlns:a="http://schemas.openxmlformats.org/drawingml/2006/main">
            <a:srgbClr val="9E000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Right Triangle 30">
            <a:extLst xmlns:a="http://schemas.openxmlformats.org/drawingml/2006/main">
              <a:ext uri="{FF2B5EF4-FFF2-40B4-BE49-F238E27FC236}">
                <a16:creationId xmlns:a16="http://schemas.microsoft.com/office/drawing/2014/main" id="{278694F3-CE53-764B-8F89-BB613A18574E}"/>
              </a:ext>
            </a:extLst>
          </p:cNvPr>
          <p:cNvSpPr>
            <a:spLocks xmlns:a="http://schemas.openxmlformats.org/drawingml/2006/main" noGrp="1"/>
          </p:cNvSpPr>
          <p:nvPr/>
        </p:nvSpPr>
        <p:spPr>
          <a:xfrm xmlns:a="http://schemas.openxmlformats.org/drawingml/2006/main" flipV="1">
            <a:off x="-67733" y="-1"/>
            <a:ext cx="1174157" cy="6934199"/>
          </a:xfrm>
          <a:custGeom xmlns:a="http://schemas.openxmlformats.org/drawingml/2006/main">
            <a:gdLst>
              <a:gd name="connsiteX0" fmla="*/ 0 w 1165690"/>
              <a:gd name="connsiteY0" fmla="*/ 7264400 h 7264400"/>
              <a:gd name="connsiteX1" fmla="*/ 0 w 1165690"/>
              <a:gd name="connsiteY1" fmla="*/ 0 h 7264400"/>
              <a:gd name="connsiteX2" fmla="*/ 1165690 w 1165690"/>
              <a:gd name="connsiteY2" fmla="*/ 7264400 h 7264400"/>
              <a:gd name="connsiteX3" fmla="*/ 0 w 1165690"/>
              <a:gd name="connsiteY3" fmla="*/ 7264400 h 7264400"/>
              <a:gd name="connsiteX0" fmla="*/ 0 w 1165690"/>
              <a:gd name="connsiteY0" fmla="*/ 6861969 h 6861969"/>
              <a:gd name="connsiteX1" fmla="*/ 59531 w 1165690"/>
              <a:gd name="connsiteY1" fmla="*/ 0 h 6861969"/>
              <a:gd name="connsiteX2" fmla="*/ 1165690 w 1165690"/>
              <a:gd name="connsiteY2" fmla="*/ 6861969 h 6861969"/>
              <a:gd name="connsiteX3" fmla="*/ 0 w 1165690"/>
              <a:gd name="connsiteY3" fmla="*/ 6861969 h 6861969"/>
              <a:gd name="connsiteX0" fmla="*/ 0 w 1165690"/>
              <a:gd name="connsiteY0" fmla="*/ 6788151 h 6788151"/>
              <a:gd name="connsiteX1" fmla="*/ 197643 w 1165690"/>
              <a:gd name="connsiteY1" fmla="*/ 0 h 6788151"/>
              <a:gd name="connsiteX2" fmla="*/ 1165690 w 1165690"/>
              <a:gd name="connsiteY2" fmla="*/ 6788151 h 6788151"/>
              <a:gd name="connsiteX3" fmla="*/ 0 w 1165690"/>
              <a:gd name="connsiteY3" fmla="*/ 6788151 h 6788151"/>
              <a:gd name="connsiteX0" fmla="*/ 0 w 1165690"/>
              <a:gd name="connsiteY0" fmla="*/ 6866732 h 6866732"/>
              <a:gd name="connsiteX1" fmla="*/ 66674 w 1165690"/>
              <a:gd name="connsiteY1" fmla="*/ 0 h 6866732"/>
              <a:gd name="connsiteX2" fmla="*/ 1165690 w 1165690"/>
              <a:gd name="connsiteY2" fmla="*/ 6866732 h 6866732"/>
              <a:gd name="connsiteX3" fmla="*/ 0 w 1165690"/>
              <a:gd name="connsiteY3" fmla="*/ 6866732 h 6866732"/>
              <a:gd name="connsiteX0" fmla="*/ 0 w 1165690"/>
              <a:gd name="connsiteY0" fmla="*/ 6866732 h 6866732"/>
              <a:gd name="connsiteX1" fmla="*/ 69849 w 1165690"/>
              <a:gd name="connsiteY1" fmla="*/ 0 h 6866732"/>
              <a:gd name="connsiteX2" fmla="*/ 1165690 w 1165690"/>
              <a:gd name="connsiteY2" fmla="*/ 6866732 h 6866732"/>
              <a:gd name="connsiteX3" fmla="*/ 0 w 1165690"/>
              <a:gd name="connsiteY3" fmla="*/ 6866732 h 6866732"/>
              <a:gd name="connsiteX0" fmla="*/ 0 w 1165690"/>
              <a:gd name="connsiteY0" fmla="*/ 6863557 h 6863557"/>
              <a:gd name="connsiteX1" fmla="*/ 76199 w 1165690"/>
              <a:gd name="connsiteY1" fmla="*/ 0 h 6863557"/>
              <a:gd name="connsiteX2" fmla="*/ 1165690 w 1165690"/>
              <a:gd name="connsiteY2" fmla="*/ 6863557 h 6863557"/>
              <a:gd name="connsiteX3" fmla="*/ 0 w 1165690"/>
              <a:gd name="connsiteY3" fmla="*/ 6863557 h 6863557"/>
              <a:gd name="connsiteX0" fmla="*/ 0 w 1165690"/>
              <a:gd name="connsiteY0" fmla="*/ 6869907 h 6869907"/>
              <a:gd name="connsiteX1" fmla="*/ 73024 w 1165690"/>
              <a:gd name="connsiteY1" fmla="*/ 0 h 6869907"/>
              <a:gd name="connsiteX2" fmla="*/ 1165690 w 1165690"/>
              <a:gd name="connsiteY2" fmla="*/ 6869907 h 6869907"/>
              <a:gd name="connsiteX3" fmla="*/ 0 w 1165690"/>
              <a:gd name="connsiteY3" fmla="*/ 6869907 h 6869907"/>
              <a:gd name="connsiteX0" fmla="*/ 0 w 1165690"/>
              <a:gd name="connsiteY0" fmla="*/ 6946107 h 6946107"/>
              <a:gd name="connsiteX1" fmla="*/ 53974 w 1165690"/>
              <a:gd name="connsiteY1" fmla="*/ 0 h 6946107"/>
              <a:gd name="connsiteX2" fmla="*/ 1165690 w 1165690"/>
              <a:gd name="connsiteY2" fmla="*/ 6946107 h 6946107"/>
              <a:gd name="connsiteX3" fmla="*/ 0 w 1165690"/>
              <a:gd name="connsiteY3" fmla="*/ 6946107 h 6946107"/>
            </a:gdLst>
            <a:rect l="l" t="t" r="r" b="b"/>
            <a:pathLst>
              <a:path w="1165690" h="6946107">
                <a:moveTo>
                  <a:pt x="0" y="6946107"/>
                </a:moveTo>
                <a:lnTo>
                  <a:pt x="53974" y="0"/>
                </a:lnTo>
                <a:lnTo>
                  <a:pt x="1165690" y="6946107"/>
                </a:lnTo>
                <a:lnTo>
                  <a:pt x="0" y="6946107"/>
                </a:ln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1" name="Picture 36"/>
          <p:cNvPicPr>
            <a:picLocks xmlns:a="http://schemas.openxmlformats.org/drawingml/2006/main" noChangeAspect="1"/>
          </p:cNvPicPr>
          <p:nvPr/>
        </p:nvPicPr>
        <p:blipFill>
          <a:blip xmlns:r="http://schemas.openxmlformats.org/officeDocument/2006/relationships" xmlns:a="http://schemas.openxmlformats.org/drawingml/2006/main" r:embed="R7d1c5bc734364e6e"/>
          <a:srcRect xmlns:a="http://schemas.openxmlformats.org/drawingml/2006/main" l="0" t="0" r="0" b="0"/>
          <a:stretch xmlns:a="http://schemas.openxmlformats.org/drawingml/2006/main">
            <a:fillRect l="0" t="0" r="0" b="0"/>
          </a:stretch>
        </p:blipFill>
        <p:spPr>
          <a:xfrm xmlns:a="http://schemas.openxmlformats.org/drawingml/2006/main">
            <a:off x="82500" y="155814"/>
            <a:ext cx="762000" cy="762000"/>
          </a:xfrm>
          <a:prstGeom xmlns:a="http://schemas.openxmlformats.org/drawingml/2006/main" prst="rect">
            <a:avLst/>
          </a:prstGeom>
        </p:spPr>
      </p:pic>
      <p:sp>
        <p:nvSpPr>
          <p:cNvPr id="45" name="Straight Connector 44">
            <a:extLst xmlns:a="http://schemas.openxmlformats.org/drawingml/2006/main">
              <a:ext uri="{FF2B5EF4-FFF2-40B4-BE49-F238E27FC236}">
                <a16:creationId xmlns:a16="http://schemas.microsoft.com/office/drawing/2014/main" id="{F85DEDD8-53D6-40D7-9B93-39990AE711BB}"/>
              </a:ext>
            </a:extLst>
          </p:cNvPr>
          <p:cNvSpPr>
            <a:spLocks xmlns:a="http://schemas.openxmlformats.org/drawingml/2006/main" noGrp="1"/>
          </p:cNvSpPr>
          <p:nvPr/>
        </p:nvSpPr>
        <p:spPr>
          <a:xfrm xmlns:a="http://schemas.openxmlformats.org/drawingml/2006/main">
            <a:off x="2378089" y="3429000"/>
            <a:ext cx="8401909" cy="0"/>
          </a:xfrm>
          <a:prstGeom xmlns:a="http://schemas.openxmlformats.org/drawingml/2006/main" prst="line">
            <a:avLst/>
          </a:prstGeom>
          <a:ln xmlns:a="http://schemas.openxmlformats.org/drawingml/2006/main" w="38100">
            <a:solidFill>
              <a:srgbClr val="C0000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63" name="Picture 25"/>
          <p:cNvPicPr>
            <a:picLocks xmlns:a="http://schemas.openxmlformats.org/drawingml/2006/main" noChangeAspect="1"/>
          </p:cNvPicPr>
          <p:nvPr/>
        </p:nvPicPr>
        <p:blipFill>
          <a:blip xmlns:r="http://schemas.openxmlformats.org/officeDocument/2006/relationships" xmlns:a="http://schemas.openxmlformats.org/drawingml/2006/main" r:embed="R5e83e1d655ed495f">
            <a:clrChange>
              <a:clrFrom>
                <a:srgbClr val="FDFEFF"/>
              </a:clrFrom>
              <a:clrTo>
                <a:srgbClr val="FDFEFF">
                  <a:alpha val="0"/>
                </a:srgbClr>
              </a:clrTo>
            </a:clrChange>
          </a:blip>
          <a:stretch xmlns:a="http://schemas.openxmlformats.org/drawingml/2006/main">
            <a:fillRect l="0" t="0" r="0" b="0"/>
          </a:stretch>
        </p:blipFill>
        <p:spPr>
          <a:xfrm xmlns:a="http://schemas.openxmlformats.org/drawingml/2006/main">
            <a:off x="5331883" y="94736"/>
            <a:ext cx="1525059" cy="862835"/>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6489005d6647ab"/>
  </p:sldLayoutIdLst>
  <p:hf hdr="0" dt="0"/>
  <p:txStyles>
    <p:titleStyle>
      <a:lvl1pPr xmlns:a="http://schemas.openxmlformats.org/drawingml/2006/main" algn="l" defTabSz="914400">
        <a:spcBef>
          <a:spcPct val="0"/>
        </a:spcBef>
        <a:buNone/>
        <a:defRPr sz="4600" b="1" kern="1200">
          <a:solidFill>
            <a:schemeClr val="tx1"/>
          </a:solidFill>
          <a:latin typeface="Swis721 Cn BT"/>
          <a:ea typeface="Swis721 Cn BT"/>
          <a:cs typeface="Swis721 Cn B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C1CF177-A6E9-4D92-AC60-A238E6004FB6}"/>
              </a:ext>
            </a:extLst>
          </p:cNvPr>
          <p:cNvSpPr>
            <a:spLocks xmlns:a="http://schemas.openxmlformats.org/drawingml/2006/main" noGrp="1"/>
          </p:cNvSpPr>
          <p:nvPr>
            <p:ph type="title" idx="0"/>
          </p:nvPr>
        </p:nvSpPr>
        <p:spPr>
          <a:xfrm xmlns:a="http://schemas.openxmlformats.org/drawingml/2006/main">
            <a:off x="838200" y="365125"/>
            <a:ext cx="10512425"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4AF2658-8050-4AA5-9A0A-7DB37BC64467}"/>
              </a:ext>
            </a:extLst>
          </p:cNvPr>
          <p:cNvSpPr>
            <a:spLocks xmlns:a="http://schemas.openxmlformats.org/drawingml/2006/main" noGrp="1"/>
          </p:cNvSpPr>
          <p:nvPr>
            <p:ph type="body" idx="1"/>
          </p:nvPr>
        </p:nvSpPr>
        <p:spPr>
          <a:xfrm xmlns:a="http://schemas.openxmlformats.org/drawingml/2006/main">
            <a:off x="838200" y="1825625"/>
            <a:ext cx="10512425"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3C6A82C-FF9F-487F-B264-0C2C77F7E290}"/>
              </a:ext>
            </a:extLst>
          </p:cNvPr>
          <p:cNvSpPr>
            <a:spLocks xmlns:a="http://schemas.openxmlformats.org/drawingml/2006/main" noGrp="1"/>
          </p:cNvSpPr>
          <p:nvPr>
            <p:ph type="dt" idx="2"/>
          </p:nvPr>
        </p:nvSpPr>
        <p:spPr>
          <a:xfrm xmlns:a="http://schemas.openxmlformats.org/drawingml/2006/main">
            <a:off x="838200" y="6356350"/>
            <a:ext cx="274161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1F219BDA-FC44-4161-AE98-7E9716F2CC20}"/>
              </a:ext>
            </a:extLst>
          </p:cNvPr>
          <p:cNvSpPr>
            <a:spLocks xmlns:a="http://schemas.openxmlformats.org/drawingml/2006/main" noGrp="1"/>
          </p:cNvSpPr>
          <p:nvPr>
            <p:ph type="ftr" idx="3"/>
          </p:nvPr>
        </p:nvSpPr>
        <p:spPr>
          <a:xfrm xmlns:a="http://schemas.openxmlformats.org/drawingml/2006/main">
            <a:off x="4037013"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1</a:t>
            </a:r>
          </a:p>
        </p:txBody>
      </p:sp>
      <p:sp>
        <p:nvSpPr>
          <p:cNvPr id="6" name="Slide Number Placeholder 5">
            <a:extLst xmlns:a="http://schemas.openxmlformats.org/drawingml/2006/main">
              <a:ext uri="{FF2B5EF4-FFF2-40B4-BE49-F238E27FC236}">
                <a16:creationId xmlns:a16="http://schemas.microsoft.com/office/drawing/2014/main" id="{89761C25-CC93-49C8-B6AC-E6A902DE46DF}"/>
              </a:ext>
            </a:extLst>
          </p:cNvPr>
          <p:cNvSpPr>
            <a:spLocks xmlns:a="http://schemas.openxmlformats.org/drawingml/2006/main" noGrp="1"/>
          </p:cNvSpPr>
          <p:nvPr>
            <p:ph type="sldNum" idx="4"/>
          </p:nvPr>
        </p:nvSpPr>
        <p:spPr>
          <a:xfrm xmlns:a="http://schemas.openxmlformats.org/drawingml/2006/main">
            <a:off x="8609013" y="6356350"/>
            <a:ext cx="274161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91DD1D94-BEFF-4B50-9E6F-611C65E1D9DE}" type="slidenum">
              <a:t>‹#›</a:t>
            </a:fld>
            <a:endParaRPr/>
          </a:p>
        </p:txBody>
      </p:sp>
      <p:pic>
        <p:nvPicPr>
          <p:cNvPr id="15" name="Picture 8"/>
          <p:cNvPicPr>
            <a:picLocks xmlns:a="http://schemas.openxmlformats.org/drawingml/2006/main" noChangeAspect="1"/>
          </p:cNvPicPr>
          <p:nvPr/>
        </p:nvPicPr>
        <p:blipFill>
          <a:blip xmlns:r="http://schemas.openxmlformats.org/officeDocument/2006/relationships" xmlns:a="http://schemas.openxmlformats.org/drawingml/2006/main" r:embed="R60062a9459e345f9"/>
          <a:stretch xmlns:a="http://schemas.openxmlformats.org/drawingml/2006/main">
            <a:fillRect l="0" t="0" r="0" b="0"/>
          </a:stretch>
        </p:blipFill>
        <p:spPr>
          <a:xfrm xmlns:a="http://schemas.openxmlformats.org/drawingml/2006/main">
            <a:off x="10146314" y="-533400"/>
            <a:ext cx="2055813" cy="2140429"/>
          </a:xfrm>
          <a:prstGeom xmlns:a="http://schemas.openxmlformats.org/drawingml/2006/main" prst="rect">
            <a:avLst/>
          </a:prstGeom>
        </p:spPr>
      </p:pic>
      <p:pic>
        <p:nvPicPr>
          <p:cNvPr id="16" name="Picture 9"/>
          <p:cNvPicPr>
            <a:picLocks xmlns:a="http://schemas.openxmlformats.org/drawingml/2006/main" noChangeAspect="1"/>
          </p:cNvPicPr>
          <p:nvPr/>
        </p:nvPicPr>
        <p:blipFill>
          <a:blip xmlns:r="http://schemas.openxmlformats.org/officeDocument/2006/relationships" xmlns:a="http://schemas.openxmlformats.org/drawingml/2006/main" r:embed="R46ce972fb50c4168">
            <a:clrChange>
              <a:clrFrom>
                <a:srgbClr val="FDFEFF"/>
              </a:clrFrom>
              <a:clrTo>
                <a:srgbClr val="FDFEFF">
                  <a:alpha val="0"/>
                </a:srgbClr>
              </a:clrTo>
            </a:clrChange>
          </a:blip>
          <a:stretch xmlns:a="http://schemas.openxmlformats.org/drawingml/2006/main">
            <a:fillRect l="0" t="0" r="0" b="0"/>
          </a:stretch>
        </p:blipFill>
        <p:spPr>
          <a:xfrm xmlns:a="http://schemas.openxmlformats.org/drawingml/2006/main">
            <a:off x="5331883" y="94736"/>
            <a:ext cx="1525059" cy="862835"/>
          </a:xfrm>
          <a:prstGeom xmlns:a="http://schemas.openxmlformats.org/drawingml/2006/main" prst="rect">
            <a:avLst/>
          </a:prstGeom>
        </p:spPr>
      </p:pic>
      <p:pic>
        <p:nvPicPr>
          <p:cNvPr id="17" name="Picture 10"/>
          <p:cNvPicPr>
            <a:picLocks xmlns:a="http://schemas.openxmlformats.org/drawingml/2006/main" noChangeAspect="1"/>
          </p:cNvPicPr>
          <p:nvPr/>
        </p:nvPicPr>
        <p:blipFill>
          <a:blip xmlns:r="http://schemas.openxmlformats.org/officeDocument/2006/relationships" xmlns:a="http://schemas.openxmlformats.org/drawingml/2006/main" r:embed="R41a6a0b3eb7f4db4"/>
          <a:srcRect xmlns:a="http://schemas.openxmlformats.org/drawingml/2006/main" l="0" t="0" r="0" b="0"/>
          <a:stretch xmlns:a="http://schemas.openxmlformats.org/drawingml/2006/main">
            <a:fillRect l="0" t="0" r="0" b="0"/>
          </a:stretch>
        </p:blipFill>
        <p:spPr>
          <a:xfrm xmlns:a="http://schemas.openxmlformats.org/drawingml/2006/main">
            <a:off x="150812" y="152400"/>
            <a:ext cx="762000" cy="76200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hf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B10F7AC-1E0D-427D-9D5E-C2DB1E6F8839}"/>
              </a:ext>
            </a:extLst>
          </p:cNvPr>
          <p:cNvSpPr>
            <a:spLocks xmlns:a="http://schemas.openxmlformats.org/drawingml/2006/main" noGrp="1"/>
          </p:cNvSpPr>
          <p:nvPr>
            <p:ph type="title" idx="0"/>
          </p:nvPr>
        </p:nvSpPr>
        <p:spPr>
          <a:xfrm xmlns:a="http://schemas.openxmlformats.org/drawingml/2006/main">
            <a:off x="838201" y="365127"/>
            <a:ext cx="10512425"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5713D44-AD35-4A7E-941F-62DE52D5C077}"/>
              </a:ext>
            </a:extLst>
          </p:cNvPr>
          <p:cNvSpPr>
            <a:spLocks xmlns:a="http://schemas.openxmlformats.org/drawingml/2006/main" noGrp="1"/>
          </p:cNvSpPr>
          <p:nvPr>
            <p:ph type="body" idx="1"/>
          </p:nvPr>
        </p:nvSpPr>
        <p:spPr>
          <a:xfrm xmlns:a="http://schemas.openxmlformats.org/drawingml/2006/main">
            <a:off x="838201" y="1825625"/>
            <a:ext cx="10512425"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069D1EC-089E-49D7-8C7A-BCFB77B0D807}"/>
              </a:ext>
            </a:extLst>
          </p:cNvPr>
          <p:cNvSpPr>
            <a:spLocks xmlns:a="http://schemas.openxmlformats.org/drawingml/2006/main" noGrp="1"/>
          </p:cNvSpPr>
          <p:nvPr>
            <p:ph type="dt" idx="2"/>
          </p:nvPr>
        </p:nvSpPr>
        <p:spPr>
          <a:xfrm xmlns:a="http://schemas.openxmlformats.org/drawingml/2006/main">
            <a:off x="838201" y="6356352"/>
            <a:ext cx="274161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solidFill>
                <a:prstClr val="black">
                  <a:tint val="75000"/>
                </a:prstClr>
              </a:solidFill>
            </a:endParaRPr>
          </a:p>
        </p:txBody>
      </p:sp>
      <p:sp>
        <p:nvSpPr>
          <p:cNvPr id="5" name="Footer Placeholder 4">
            <a:extLst xmlns:a="http://schemas.openxmlformats.org/drawingml/2006/main">
              <a:ext uri="{FF2B5EF4-FFF2-40B4-BE49-F238E27FC236}">
                <a16:creationId xmlns:a16="http://schemas.microsoft.com/office/drawing/2014/main" id="{E4C2AC9F-2122-471E-9561-327556EDFB95}"/>
              </a:ext>
            </a:extLst>
          </p:cNvPr>
          <p:cNvSpPr>
            <a:spLocks xmlns:a="http://schemas.openxmlformats.org/drawingml/2006/main" noGrp="1"/>
          </p:cNvSpPr>
          <p:nvPr>
            <p:ph type="ftr" idx="3"/>
          </p:nvPr>
        </p:nvSpPr>
        <p:spPr>
          <a:xfrm xmlns:a="http://schemas.openxmlformats.org/drawingml/2006/main">
            <a:off x="4037013" y="6356352"/>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rPr>
                <a:solidFill>
                  <a:prstClr val="black">
                    <a:tint val="75000"/>
                  </a:prstClr>
                </a:solidFill>
              </a:rPr>
              <a:t>1</a:t>
            </a:r>
          </a:p>
        </p:txBody>
      </p:sp>
      <p:sp>
        <p:nvSpPr>
          <p:cNvPr id="6" name="Slide Number Placeholder 5">
            <a:extLst xmlns:a="http://schemas.openxmlformats.org/drawingml/2006/main">
              <a:ext uri="{FF2B5EF4-FFF2-40B4-BE49-F238E27FC236}">
                <a16:creationId xmlns:a16="http://schemas.microsoft.com/office/drawing/2014/main" id="{D4B9F09E-CA32-42DB-9B3F-B2B10733E16A}"/>
              </a:ext>
            </a:extLst>
          </p:cNvPr>
          <p:cNvSpPr>
            <a:spLocks xmlns:a="http://schemas.openxmlformats.org/drawingml/2006/main" noGrp="1"/>
          </p:cNvSpPr>
          <p:nvPr>
            <p:ph type="sldNum" idx="4"/>
          </p:nvPr>
        </p:nvSpPr>
        <p:spPr>
          <a:xfrm xmlns:a="http://schemas.openxmlformats.org/drawingml/2006/main">
            <a:off x="8609013" y="6356352"/>
            <a:ext cx="274161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91DD1D94-BEFF-4B50-9E6F-611C65E1D9DE}" type="slidenum">
              <a:rPr>
                <a:solidFill>
                  <a:prstClr val="black">
                    <a:tint val="75000"/>
                  </a:prstClr>
                </a:solidFill>
              </a:rPr>
              <a:t>‹#›</a:t>
            </a:fld>
            <a:endParaRPr>
              <a:solidFill>
                <a:prstClr val="black">
                  <a:tint val="75000"/>
                </a:prstClr>
              </a:solidFill>
            </a:endParaRPr>
          </a:p>
        </p:txBody>
      </p:sp>
      <p:pic>
        <p:nvPicPr>
          <p:cNvPr id="15" name="Picture 8"/>
          <p:cNvPicPr>
            <a:picLocks xmlns:a="http://schemas.openxmlformats.org/drawingml/2006/main" noChangeAspect="1"/>
          </p:cNvPicPr>
          <p:nvPr/>
        </p:nvPicPr>
        <p:blipFill>
          <a:blip xmlns:r="http://schemas.openxmlformats.org/officeDocument/2006/relationships" xmlns:a="http://schemas.openxmlformats.org/drawingml/2006/main" r:embed="R6209646dba464392"/>
          <a:stretch xmlns:a="http://schemas.openxmlformats.org/drawingml/2006/main">
            <a:fillRect l="0" t="0" r="0" b="0"/>
          </a:stretch>
        </p:blipFill>
        <p:spPr>
          <a:xfrm xmlns:a="http://schemas.openxmlformats.org/drawingml/2006/main">
            <a:off x="10146315" y="-533400"/>
            <a:ext cx="2055813" cy="2140429"/>
          </a:xfrm>
          <a:prstGeom xmlns:a="http://schemas.openxmlformats.org/drawingml/2006/main" prst="rect">
            <a:avLst/>
          </a:prstGeom>
        </p:spPr>
      </p:pic>
      <p:pic>
        <p:nvPicPr>
          <p:cNvPr id="16" name="Picture 9"/>
          <p:cNvPicPr>
            <a:picLocks xmlns:a="http://schemas.openxmlformats.org/drawingml/2006/main" noChangeAspect="1"/>
          </p:cNvPicPr>
          <p:nvPr/>
        </p:nvPicPr>
        <p:blipFill>
          <a:blip xmlns:r="http://schemas.openxmlformats.org/officeDocument/2006/relationships" xmlns:a="http://schemas.openxmlformats.org/drawingml/2006/main" r:embed="Rc88a20969aae4c0a">
            <a:clrChange>
              <a:clrFrom>
                <a:srgbClr val="FDFEFF"/>
              </a:clrFrom>
              <a:clrTo>
                <a:srgbClr val="FDFEFF">
                  <a:alpha val="0"/>
                </a:srgbClr>
              </a:clrTo>
            </a:clrChange>
          </a:blip>
          <a:stretch xmlns:a="http://schemas.openxmlformats.org/drawingml/2006/main">
            <a:fillRect l="0" t="0" r="0" b="0"/>
          </a:stretch>
        </p:blipFill>
        <p:spPr>
          <a:xfrm xmlns:a="http://schemas.openxmlformats.org/drawingml/2006/main">
            <a:off x="5331884" y="94738"/>
            <a:ext cx="1525059" cy="862835"/>
          </a:xfrm>
          <a:prstGeom xmlns:a="http://schemas.openxmlformats.org/drawingml/2006/main" prst="rect">
            <a:avLst/>
          </a:prstGeom>
        </p:spPr>
      </p:pic>
      <p:pic>
        <p:nvPicPr>
          <p:cNvPr id="17" name="Picture 10"/>
          <p:cNvPicPr>
            <a:picLocks xmlns:a="http://schemas.openxmlformats.org/drawingml/2006/main" noChangeAspect="1"/>
          </p:cNvPicPr>
          <p:nvPr/>
        </p:nvPicPr>
        <p:blipFill>
          <a:blip xmlns:r="http://schemas.openxmlformats.org/officeDocument/2006/relationships" xmlns:a="http://schemas.openxmlformats.org/drawingml/2006/main" r:embed="R50f9b577e04048a4"/>
          <a:srcRect xmlns:a="http://schemas.openxmlformats.org/drawingml/2006/main" l="0" t="0" r="0" b="0"/>
          <a:stretch xmlns:a="http://schemas.openxmlformats.org/drawingml/2006/main">
            <a:fillRect l="0" t="0" r="0" b="0"/>
          </a:stretch>
        </p:blipFill>
        <p:spPr>
          <a:xfrm xmlns:a="http://schemas.openxmlformats.org/drawingml/2006/main">
            <a:off x="150812" y="152400"/>
            <a:ext cx="762000" cy="76200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52" r:id="Rc55452c8fb734644"/>
    <p:sldLayoutId xmlns:r="http://schemas.openxmlformats.org/officeDocument/2006/relationships" id="2147483653" r:id="R61dfeba8738f4fe7"/>
  </p:sldLayoutIdLst>
  <p:hf hdr="0" dt="0"/>
  <p:txStyles>
    <p:titleStyle>
      <a:lvl1pPr xmlns:a="http://schemas.openxmlformats.org/drawingml/2006/main" algn="l" defTabSz="914126">
        <a:lnSpc>
          <a:spcPct val="90000"/>
        </a:lnSpc>
        <a:spcBef>
          <a:spcPct val="0"/>
        </a:spcBef>
        <a:buNone/>
        <a:defRPr sz="4399" kern="1200">
          <a:solidFill>
            <a:schemeClr val="tx1"/>
          </a:solidFill>
          <a:latin typeface="+mj-lt"/>
          <a:ea typeface="+mj-lt"/>
          <a:cs typeface="+mj-lt"/>
        </a:defRPr>
      </a:lvl1pPr>
    </p:titleStyle>
    <p:bodyStyle>
      <a:lvl1pPr xmlns:a="http://schemas.openxmlformats.org/drawingml/2006/main" marL="228531" indent="-228531" algn="l" defTabSz="914126">
        <a:lnSpc>
          <a:spcPct val="90000"/>
        </a:lnSpc>
        <a:spcBef>
          <a:spcPts val="1000"/>
        </a:spcBef>
        <a:buFont typeface="Arial"/>
        <a:buChar char="•"/>
        <a:defRPr sz="2799" kern="1200">
          <a:solidFill>
            <a:schemeClr val="tx1"/>
          </a:solidFill>
          <a:latin typeface="+mn-lt"/>
          <a:ea typeface="+mn-lt"/>
          <a:cs typeface="+mn-lt"/>
        </a:defRPr>
      </a:lvl1pPr>
      <a:lvl2pPr xmlns:a="http://schemas.openxmlformats.org/drawingml/2006/main" marL="685594" indent="-228531" algn="l" defTabSz="914126">
        <a:lnSpc>
          <a:spcPct val="90000"/>
        </a:lnSpc>
        <a:spcBef>
          <a:spcPts val="500"/>
        </a:spcBef>
        <a:buFont typeface="Arial"/>
        <a:buChar char="•"/>
        <a:defRPr sz="2399" kern="1200">
          <a:solidFill>
            <a:schemeClr val="tx1"/>
          </a:solidFill>
          <a:latin typeface="+mn-lt"/>
          <a:ea typeface="+mn-lt"/>
          <a:cs typeface="+mn-lt"/>
        </a:defRPr>
      </a:lvl2pPr>
      <a:lvl3pPr xmlns:a="http://schemas.openxmlformats.org/drawingml/2006/main" marL="1142657" indent="-228531" algn="l" defTabSz="914126">
        <a:lnSpc>
          <a:spcPct val="90000"/>
        </a:lnSpc>
        <a:spcBef>
          <a:spcPts val="500"/>
        </a:spcBef>
        <a:buFont typeface="Arial"/>
        <a:buChar char="•"/>
        <a:defRPr sz="1999" kern="1200">
          <a:solidFill>
            <a:schemeClr val="tx1"/>
          </a:solidFill>
          <a:latin typeface="+mn-lt"/>
          <a:ea typeface="+mn-lt"/>
          <a:cs typeface="+mn-lt"/>
        </a:defRPr>
      </a:lvl3pPr>
      <a:lvl4pPr xmlns:a="http://schemas.openxmlformats.org/drawingml/2006/main" marL="1599720" indent="-228531" algn="l" defTabSz="914126">
        <a:lnSpc>
          <a:spcPct val="90000"/>
        </a:lnSpc>
        <a:spcBef>
          <a:spcPts val="500"/>
        </a:spcBef>
        <a:buFont typeface="Arial"/>
        <a:buChar char="•"/>
        <a:defRPr sz="1799" kern="1200">
          <a:solidFill>
            <a:schemeClr val="tx1"/>
          </a:solidFill>
          <a:latin typeface="+mn-lt"/>
          <a:ea typeface="+mn-lt"/>
          <a:cs typeface="+mn-lt"/>
        </a:defRPr>
      </a:lvl4pPr>
      <a:lvl5pPr xmlns:a="http://schemas.openxmlformats.org/drawingml/2006/main" marL="2056783" indent="-228531" algn="l" defTabSz="914126">
        <a:lnSpc>
          <a:spcPct val="90000"/>
        </a:lnSpc>
        <a:spcBef>
          <a:spcPts val="500"/>
        </a:spcBef>
        <a:buFont typeface="Arial"/>
        <a:buChar char="•"/>
        <a:defRPr sz="1799" kern="1200">
          <a:solidFill>
            <a:schemeClr val="tx1"/>
          </a:solidFill>
          <a:latin typeface="+mn-lt"/>
          <a:ea typeface="+mn-lt"/>
          <a:cs typeface="+mn-lt"/>
        </a:defRPr>
      </a:lvl5pPr>
      <a:lvl6pPr xmlns:a="http://schemas.openxmlformats.org/drawingml/2006/main" marL="2513846" indent="-228531" algn="l" defTabSz="914126">
        <a:lnSpc>
          <a:spcPct val="90000"/>
        </a:lnSpc>
        <a:spcBef>
          <a:spcPts val="500"/>
        </a:spcBef>
        <a:buFont typeface="Arial"/>
        <a:buChar char="•"/>
        <a:defRPr sz="1799" kern="1200">
          <a:solidFill>
            <a:schemeClr val="tx1"/>
          </a:solidFill>
          <a:latin typeface="+mn-lt"/>
          <a:ea typeface="+mn-lt"/>
          <a:cs typeface="+mn-lt"/>
        </a:defRPr>
      </a:lvl6pPr>
      <a:lvl7pPr xmlns:a="http://schemas.openxmlformats.org/drawingml/2006/main" marL="2970908" indent="-228531" algn="l" defTabSz="914126">
        <a:lnSpc>
          <a:spcPct val="90000"/>
        </a:lnSpc>
        <a:spcBef>
          <a:spcPts val="500"/>
        </a:spcBef>
        <a:buFont typeface="Arial"/>
        <a:buChar char="•"/>
        <a:defRPr sz="1799" kern="1200">
          <a:solidFill>
            <a:schemeClr val="tx1"/>
          </a:solidFill>
          <a:latin typeface="+mn-lt"/>
          <a:ea typeface="+mn-lt"/>
          <a:cs typeface="+mn-lt"/>
        </a:defRPr>
      </a:lvl7pPr>
      <a:lvl8pPr xmlns:a="http://schemas.openxmlformats.org/drawingml/2006/main" marL="3427971" indent="-228531" algn="l" defTabSz="914126">
        <a:lnSpc>
          <a:spcPct val="90000"/>
        </a:lnSpc>
        <a:spcBef>
          <a:spcPts val="500"/>
        </a:spcBef>
        <a:buFont typeface="Arial"/>
        <a:buChar char="•"/>
        <a:defRPr sz="1799" kern="1200">
          <a:solidFill>
            <a:schemeClr val="tx1"/>
          </a:solidFill>
          <a:latin typeface="+mn-lt"/>
          <a:ea typeface="+mn-lt"/>
          <a:cs typeface="+mn-lt"/>
        </a:defRPr>
      </a:lvl8pPr>
      <a:lvl9pPr xmlns:a="http://schemas.openxmlformats.org/drawingml/2006/main" marL="3885034" indent="-228531" algn="l" defTabSz="914126">
        <a:lnSpc>
          <a:spcPct val="90000"/>
        </a:lnSpc>
        <a:spcBef>
          <a:spcPts val="500"/>
        </a:spcBef>
        <a:buFont typeface="Arial"/>
        <a:buChar char="•"/>
        <a:defRPr sz="1799" kern="1200">
          <a:solidFill>
            <a:schemeClr val="tx1"/>
          </a:solidFill>
          <a:latin typeface="+mn-lt"/>
          <a:ea typeface="+mn-lt"/>
          <a:cs typeface="+mn-lt"/>
        </a:defRPr>
      </a:lvl9pPr>
    </p:bodyStyle>
    <p:otherStyle>
      <a:lvl1pPr xmlns:a="http://schemas.openxmlformats.org/drawingml/2006/main" marL="0" algn="l" defTabSz="914126">
        <a:buNone/>
        <a:defRPr sz="1799" kern="1200">
          <a:solidFill>
            <a:schemeClr val="tx1"/>
          </a:solidFill>
          <a:latin typeface="+mn-lt"/>
          <a:ea typeface="+mn-lt"/>
          <a:cs typeface="+mn-lt"/>
        </a:defRPr>
      </a:lvl1pPr>
      <a:lvl2pPr xmlns:a="http://schemas.openxmlformats.org/drawingml/2006/main" marL="457063" algn="l" defTabSz="914126">
        <a:buNone/>
        <a:defRPr sz="1799" kern="1200">
          <a:solidFill>
            <a:schemeClr val="tx1"/>
          </a:solidFill>
          <a:latin typeface="+mn-lt"/>
          <a:ea typeface="+mn-lt"/>
          <a:cs typeface="+mn-lt"/>
        </a:defRPr>
      </a:lvl2pPr>
      <a:lvl3pPr xmlns:a="http://schemas.openxmlformats.org/drawingml/2006/main" marL="914126" algn="l" defTabSz="914126">
        <a:buNone/>
        <a:defRPr sz="1799" kern="1200">
          <a:solidFill>
            <a:schemeClr val="tx1"/>
          </a:solidFill>
          <a:latin typeface="+mn-lt"/>
          <a:ea typeface="+mn-lt"/>
          <a:cs typeface="+mn-lt"/>
        </a:defRPr>
      </a:lvl3pPr>
      <a:lvl4pPr xmlns:a="http://schemas.openxmlformats.org/drawingml/2006/main" marL="1371189" algn="l" defTabSz="914126">
        <a:buNone/>
        <a:defRPr sz="1799" kern="1200">
          <a:solidFill>
            <a:schemeClr val="tx1"/>
          </a:solidFill>
          <a:latin typeface="+mn-lt"/>
          <a:ea typeface="+mn-lt"/>
          <a:cs typeface="+mn-lt"/>
        </a:defRPr>
      </a:lvl4pPr>
      <a:lvl5pPr xmlns:a="http://schemas.openxmlformats.org/drawingml/2006/main" marL="1828251" algn="l" defTabSz="914126">
        <a:buNone/>
        <a:defRPr sz="1799" kern="1200">
          <a:solidFill>
            <a:schemeClr val="tx1"/>
          </a:solidFill>
          <a:latin typeface="+mn-lt"/>
          <a:ea typeface="+mn-lt"/>
          <a:cs typeface="+mn-lt"/>
        </a:defRPr>
      </a:lvl5pPr>
      <a:lvl6pPr xmlns:a="http://schemas.openxmlformats.org/drawingml/2006/main" marL="2285314" algn="l" defTabSz="914126">
        <a:buNone/>
        <a:defRPr sz="1799" kern="1200">
          <a:solidFill>
            <a:schemeClr val="tx1"/>
          </a:solidFill>
          <a:latin typeface="+mn-lt"/>
          <a:ea typeface="+mn-lt"/>
          <a:cs typeface="+mn-lt"/>
        </a:defRPr>
      </a:lvl6pPr>
      <a:lvl7pPr xmlns:a="http://schemas.openxmlformats.org/drawingml/2006/main" marL="2742377" algn="l" defTabSz="914126">
        <a:buNone/>
        <a:defRPr sz="1799" kern="1200">
          <a:solidFill>
            <a:schemeClr val="tx1"/>
          </a:solidFill>
          <a:latin typeface="+mn-lt"/>
          <a:ea typeface="+mn-lt"/>
          <a:cs typeface="+mn-lt"/>
        </a:defRPr>
      </a:lvl7pPr>
      <a:lvl8pPr xmlns:a="http://schemas.openxmlformats.org/drawingml/2006/main" marL="3199440" algn="l" defTabSz="914126">
        <a:buNone/>
        <a:defRPr sz="1799" kern="1200">
          <a:solidFill>
            <a:schemeClr val="tx1"/>
          </a:solidFill>
          <a:latin typeface="+mn-lt"/>
          <a:ea typeface="+mn-lt"/>
          <a:cs typeface="+mn-lt"/>
        </a:defRPr>
      </a:lvl8pPr>
      <a:lvl9pPr xmlns:a="http://schemas.openxmlformats.org/drawingml/2006/main" marL="3656503" algn="l" defTabSz="914126">
        <a:buNone/>
        <a:defRPr sz="1799"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8398b8511c42a1" /><Relationship Type="http://schemas.openxmlformats.org/officeDocument/2006/relationships/image" Target="/ppt/media/image10.png" Id="R991f6d80c57542df" /><Relationship Type="http://schemas.openxmlformats.org/officeDocument/2006/relationships/notesSlide" Target="/ppt/notesSlides/notesSlide1.xml" Id="R869741a398164b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989a671e61249b3" /><Relationship Type="http://schemas.openxmlformats.org/officeDocument/2006/relationships/notesSlide" Target="/ppt/notesSlides/notesSlide2.xml" Id="Reba9464e7f5c40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597a3af9f404d73" /><Relationship Type="http://schemas.openxmlformats.org/officeDocument/2006/relationships/notesSlide" Target="/ppt/notesSlides/notesSlide3.xml" Id="R2dca48cbb1da42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bb72765219f4c1e" /><Relationship Type="http://schemas.openxmlformats.org/officeDocument/2006/relationships/notesSlide" Target="/ppt/notesSlides/notesSlide4.xml" Id="R6f00a472fffa49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36f59eaabe9435e" /><Relationship Type="http://schemas.openxmlformats.org/officeDocument/2006/relationships/notesSlide" Target="/ppt/notesSlides/notesSlide5.xml" Id="R6b188903c60645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a2bd4e5627a4a85" /><Relationship Type="http://schemas.openxmlformats.org/officeDocument/2006/relationships/notesSlide" Target="/ppt/notesSlides/notesSlide6.xml" Id="R19ba7d7e721144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86a99cbbd3944e2" /><Relationship Type="http://schemas.openxmlformats.org/officeDocument/2006/relationships/notesSlide" Target="/ppt/notesSlides/notesSlide7.xml" Id="Rc2a0f80a2b5c4a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a4880d7fe674d18" /><Relationship Type="http://schemas.openxmlformats.org/officeDocument/2006/relationships/notesSlide" Target="/ppt/notesSlides/notesSlide8.xml" Id="Rc39c519b33d149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2367aedad8840bc" /><Relationship Type="http://schemas.openxmlformats.org/officeDocument/2006/relationships/notesSlide" Target="/ppt/notesSlides/notesSlide9.xml" Id="Rabb5637f7a8d4c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ad223a0c7a8475e" /><Relationship Type="http://schemas.openxmlformats.org/officeDocument/2006/relationships/notesSlide" Target="/ppt/notesSlides/notesSlide10.xml" Id="R0985f92e274845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5346973b67c4482" /><Relationship Type="http://schemas.openxmlformats.org/officeDocument/2006/relationships/notesSlide" Target="/ppt/notesSlides/notesSlide11.xml" Id="R42f431e4cb4f43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6a189d6f5904322" /><Relationship Type="http://schemas.openxmlformats.org/officeDocument/2006/relationships/notesSlide" Target="/ppt/notesSlides/notesSlide12.xml" Id="R17b0227d8f9141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544042c56c24ca6" /><Relationship Type="http://schemas.openxmlformats.org/officeDocument/2006/relationships/notesSlide" Target="/ppt/notesSlides/notesSlide13.xml" Id="Ra0487925f1be44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3c632b93c4484b04" /><Relationship Type="http://schemas.openxmlformats.org/officeDocument/2006/relationships/image" Target="/ppt/media/image.gif" Id="R0ac431c719fc4e4c" /><Relationship Type="http://schemas.openxmlformats.org/officeDocument/2006/relationships/image" Target="/ppt/media/image11.png" Id="R59185cfcffe54aa6" /><Relationship Type="http://schemas.openxmlformats.org/officeDocument/2006/relationships/image" Target="/ppt/media/image7.jpeg" Id="R77511faa9978484c" /><Relationship Type="http://schemas.openxmlformats.org/officeDocument/2006/relationships/notesSlide" Target="/ppt/notesSlides/notesSlide14.xml" Id="Rdf7e6e39d9fd48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1444932f00c048d6" /><Relationship Type="http://schemas.openxmlformats.org/officeDocument/2006/relationships/image" Target="/ppt/media/image12.png" Id="Rbc0f29590a344874" /><Relationship Type="http://schemas.openxmlformats.org/officeDocument/2006/relationships/notesSlide" Target="/ppt/notesSlides/notesSlide15.xml" Id="Red3c5c331bd64ab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f3a6108b16b4e3f" /><Relationship Type="http://schemas.openxmlformats.org/officeDocument/2006/relationships/image" Target="/ppt/media/image13.png" Id="R3829bbfdc7714b2c" /><Relationship Type="http://schemas.openxmlformats.org/officeDocument/2006/relationships/notesSlide" Target="/ppt/notesSlides/notesSlide16.xml" Id="Re3c7bf1554a046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d9f1b3301964bc1" /><Relationship Type="http://schemas.openxmlformats.org/officeDocument/2006/relationships/image" Target="/ppt/media/image14.png" Id="Rd7e7da4751854974" /><Relationship Type="http://schemas.openxmlformats.org/officeDocument/2006/relationships/notesSlide" Target="/ppt/notesSlides/notesSlide17.xml" Id="Rfc98f3032e434d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d581c9d9747a4c3b" /><Relationship Type="http://schemas.openxmlformats.org/officeDocument/2006/relationships/image" Target="/ppt/media/image15.png" Id="R4c7dae5a574f43b4" /><Relationship Type="http://schemas.openxmlformats.org/officeDocument/2006/relationships/notesSlide" Target="/ppt/notesSlides/notesSlide18.xml" Id="R022a0ef86c1d43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12beaf392f1c483a" /><Relationship Type="http://schemas.openxmlformats.org/officeDocument/2006/relationships/image" Target="/ppt/media/image16.png" Id="Rd951508debd24e94" /><Relationship Type="http://schemas.openxmlformats.org/officeDocument/2006/relationships/notesSlide" Target="/ppt/notesSlides/notesSlide19.xml" Id="R15868f3f31f9475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ubtitle 1">
            <a:extLst xmlns:a="http://schemas.openxmlformats.org/drawingml/2006/main">
              <a:ext uri="{FF2B5EF4-FFF2-40B4-BE49-F238E27FC236}">
                <a16:creationId xmlns:a16="http://schemas.microsoft.com/office/drawing/2014/main" id="{13A0CBE3-C949-0E49-27A7-89999151AA7A}"/>
              </a:ext>
            </a:extLst>
          </p:cNvPr>
          <p:cNvSpPr>
            <a:spLocks xmlns:a="http://schemas.openxmlformats.org/drawingml/2006/main" noGrp="1"/>
          </p:cNvSpPr>
          <p:nvPr>
            <p:ph type="subTitle" idx="1"/>
          </p:nvPr>
        </p:nvSpPr>
        <p:spPr/>
        <p:txBody>
          <a:bodyPr xmlns:a="http://schemas.openxmlformats.org/drawingml/2006/main">
            <a:normAutofit fontScale="97397" lnSpcReduction="10000"/>
          </a:bodyPr>
          <a:lstStyle xmlns:a="http://schemas.openxmlformats.org/drawingml/2006/main"/>
          <a:p xmlns:a="http://schemas.openxmlformats.org/drawingml/2006/main">
            <a:r>
              <a:t>Corporate Chemistry</a:t>
            </a:r>
            <a:endParaRPr/>
          </a:p>
        </p:txBody>
      </p:sp>
      <p:sp>
        <p:nvSpPr>
          <p:cNvPr id="8" name="Title 1">
            <a:extLst xmlns:a="http://schemas.openxmlformats.org/drawingml/2006/main">
              <a:ext uri="{FF2B5EF4-FFF2-40B4-BE49-F238E27FC236}">
                <a16:creationId xmlns:a16="http://schemas.microsoft.com/office/drawing/2014/main" id="{31645FB1-4BB1-8196-4ED7-CD979BBBE2C1}"/>
              </a:ext>
            </a:extLst>
          </p:cNvPr>
          <p:cNvSpPr>
            <a:spLocks xmlns:a="http://schemas.openxmlformats.org/drawingml/2006/main" noGrp="1"/>
          </p:cNvSpPr>
          <p:nvPr/>
        </p:nvSpPr>
        <p:spPr>
          <a:xfrm xmlns:a="http://schemas.openxmlformats.org/drawingml/2006/main">
            <a:off x="2360612" y="2231010"/>
            <a:ext cx="7923690" cy="1374774"/>
          </a:xfrm>
          <a:prstGeom xmlns:a="http://schemas.openxmlformats.org/drawingml/2006/main" prst="rect">
            <a:avLst/>
          </a:prstGeom>
        </p:spPr>
        <p:txBody>
          <a:bodyPr xmlns:a="http://schemas.openxmlformats.org/drawingml/2006/main">
            <a:normAutofit fontScale="97500"/>
          </a:bodyPr>
          <a:lstStyle xmlns:a="http://schemas.openxmlformats.org/drawingml/2006/main">
            <a:lvl1pPr algn="l" defTabSz="914400">
              <a:spcBef>
                <a:spcPct val="0"/>
              </a:spcBef>
              <a:buNone/>
              <a:defRPr sz="4600" b="1" kern="1200">
                <a:solidFill>
                  <a:schemeClr val="tx1"/>
                </a:solidFill>
                <a:latin typeface="Swis721 Cn BT"/>
                <a:ea typeface="Swis721 Cn BT"/>
                <a:cs typeface="Swis721 Cn BT"/>
              </a:defRPr>
            </a:lvl1pPr>
          </a:lstStyle>
          <a:p xmlns:a="http://schemas.openxmlformats.org/drawingml/2006/main">
            <a:pPr algn="ctr">
              <a:buNone/>
            </a:pPr>
            <a:r>
              <a:rPr sz="2400">
                <a:solidFill>
                  <a:prstClr val="black"/>
                </a:solidFill>
                <a:latin typeface="Arial"/>
                <a:ea typeface="Arial"/>
                <a:cs typeface="Arial"/>
              </a:rPr>
              <a:t>Highlights of 2023-24</a:t>
            </a:r>
          </a:p>
          <a:p xmlns:a="http://schemas.openxmlformats.org/drawingml/2006/main">
            <a:pPr algn="ctr">
              <a:buNone/>
            </a:pPr>
            <a:r>
              <a:rPr sz="2400">
                <a:solidFill>
                  <a:prstClr val="black"/>
                </a:solidFill>
                <a:latin typeface="Arial"/>
                <a:ea typeface="Arial"/>
                <a:cs typeface="Arial"/>
              </a:rPr>
              <a:t>&amp;</a:t>
            </a:r>
          </a:p>
          <a:p xmlns:a="http://schemas.openxmlformats.org/drawingml/2006/main">
            <a:pPr algn="ctr">
              <a:buNone/>
            </a:pPr>
            <a:r>
              <a:rPr sz="2400">
                <a:solidFill>
                  <a:prstClr val="black"/>
                </a:solidFill>
                <a:latin typeface="Arial"/>
                <a:ea typeface="Arial"/>
                <a:cs typeface="Arial"/>
              </a:rPr>
              <a:t>Status of AWP projects of 2024-25</a:t>
            </a:r>
            <a:endParaRPr sz="2400">
              <a:solidFill>
                <a:prstClr val="black"/>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416BB12A-A80C-7AC5-57D8-E79735B88D9D}"/>
              </a:ext>
            </a:extLst>
          </p:cNvPr>
          <p:cNvSpPr>
            <a:spLocks xmlns:a="http://schemas.openxmlformats.org/drawingml/2006/main" noGrp="1"/>
          </p:cNvSpPr>
          <p:nvPr/>
        </p:nvSpPr>
        <p:spPr>
          <a:xfrm xmlns:a="http://schemas.openxmlformats.org/drawingml/2006/main" rot="0" flipH="0" flipV="0">
            <a:off x="266768" y="-9522"/>
            <a:ext cx="11922057" cy="5216719"/>
          </a:xfrm>
          <a:custGeom xmlns:a="http://schemas.openxmlformats.org/drawingml/2006/main">
            <a:gdLst>
              <a:gd name="connsiteX0" fmla="*/ 0 w 11047413"/>
              <a:gd name="connsiteY0" fmla="*/ 0 h 4191000"/>
              <a:gd name="connsiteX1" fmla="*/ 11047413 w 11047413"/>
              <a:gd name="connsiteY1" fmla="*/ 0 h 4191000"/>
              <a:gd name="connsiteX2" fmla="*/ 11047413 w 11047413"/>
              <a:gd name="connsiteY2" fmla="*/ 4191000 h 4191000"/>
              <a:gd name="connsiteX3" fmla="*/ 0 w 11047413"/>
              <a:gd name="connsiteY3" fmla="*/ 4191000 h 4191000"/>
              <a:gd name="connsiteX4" fmla="*/ 0 w 11047413"/>
              <a:gd name="connsiteY4" fmla="*/ 0 h 4191000"/>
              <a:gd name="connsiteX0" fmla="*/ 874644 w 11922057"/>
              <a:gd name="connsiteY0" fmla="*/ 0 h 5216719"/>
              <a:gd name="connsiteX1" fmla="*/ 11922057 w 11922057"/>
              <a:gd name="connsiteY1" fmla="*/ 0 h 5216719"/>
              <a:gd name="connsiteX2" fmla="*/ 11922057 w 11922057"/>
              <a:gd name="connsiteY2" fmla="*/ 4191000 h 5216719"/>
              <a:gd name="connsiteX3" fmla="*/ 0 w 11922057"/>
              <a:gd name="connsiteY3" fmla="*/ 5216719 h 5216719"/>
              <a:gd name="connsiteX4" fmla="*/ 874644 w 11922057"/>
              <a:gd name="connsiteY4" fmla="*/ 0 h 5216719"/>
              <a:gd name="connsiteX0" fmla="*/ 874644 w 11922057"/>
              <a:gd name="connsiteY0" fmla="*/ 0 h 5216719"/>
              <a:gd name="connsiteX1" fmla="*/ 11922057 w 11922057"/>
              <a:gd name="connsiteY1" fmla="*/ 0 h 5216719"/>
              <a:gd name="connsiteX2" fmla="*/ 11922057 w 11922057"/>
              <a:gd name="connsiteY2" fmla="*/ 5200816 h 5216719"/>
              <a:gd name="connsiteX3" fmla="*/ 0 w 11922057"/>
              <a:gd name="connsiteY3" fmla="*/ 5216719 h 5216719"/>
              <a:gd name="connsiteX4" fmla="*/ 874644 w 11922057"/>
              <a:gd name="connsiteY4" fmla="*/ 0 h 5216719"/>
            </a:gdLst>
            <a:rect l="l" t="t" r="r" b="b"/>
            <a:pathLst>
              <a:path w="11922057" h="5216719">
                <a:moveTo>
                  <a:pt x="874644" y="0"/>
                </a:moveTo>
                <a:lnTo>
                  <a:pt x="11922057" y="0"/>
                </a:lnTo>
                <a:lnTo>
                  <a:pt x="11922057" y="5200816"/>
                </a:lnTo>
                <a:lnTo>
                  <a:pt x="0" y="5216719"/>
                </a:lnTo>
                <a:lnTo>
                  <a:pt x="874644" y="0"/>
                </a:lnTo>
                <a:close/>
              </a:path>
            </a:pathLst>
          </a:custGeom>
          <a:solidFill xmlns:a="http://schemas.openxmlformats.org/drawingml/2006/main">
            <a:srgbClr val="CC9900"/>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Isosceles Triangle 3">
            <a:extLst xmlns:a="http://schemas.openxmlformats.org/drawingml/2006/main">
              <a:ext uri="{FF2B5EF4-FFF2-40B4-BE49-F238E27FC236}">
                <a16:creationId xmlns:a16="http://schemas.microsoft.com/office/drawing/2014/main" id="{DD713523-AA41-FB2D-2E06-15B29CAF7E3B}"/>
              </a:ext>
            </a:extLst>
          </p:cNvPr>
          <p:cNvSpPr>
            <a:spLocks xmlns:a="http://schemas.openxmlformats.org/drawingml/2006/main" noGrp="1"/>
          </p:cNvSpPr>
          <p:nvPr/>
        </p:nvSpPr>
        <p:spPr>
          <a:xfrm xmlns:a="http://schemas.openxmlformats.org/drawingml/2006/main" rot="10800000" flipH="0" flipV="0">
            <a:off x="-145641" y="0"/>
            <a:ext cx="1896416" cy="6858000"/>
          </a:xfrm>
          <a:prstGeom xmlns:a="http://schemas.openxmlformats.org/drawingml/2006/main" prst="triangle">
            <a:avLst>
              <a:gd name="adj" fmla="val 92976"/>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19B7FDF9-DEB0-2629-D20D-24EA5A096DBA}"/>
              </a:ext>
            </a:extLst>
          </p:cNvPr>
          <p:cNvSpPr>
            <a:spLocks xmlns:a="http://schemas.openxmlformats.org/drawingml/2006/main" noGrp="1"/>
          </p:cNvSpPr>
          <p:nvPr/>
        </p:nvSpPr>
        <p:spPr>
          <a:xfrm xmlns:a="http://schemas.openxmlformats.org/drawingml/2006/main" rot="10800000" flipH="0" flipV="0">
            <a:off x="2666013" y="3389512"/>
            <a:ext cx="7848000" cy="72000"/>
          </a:xfrm>
          <a:prstGeom xmlns:a="http://schemas.openxmlformats.org/drawingml/2006/main" prst="rect">
            <a:avLst/>
          </a:prstGeom>
          <a:gradFill xmlns:a="http://schemas.openxmlformats.org/drawingml/2006/main" rotWithShape="1">
            <a:gsLst>
              <a:gs pos="0">
                <a:srgbClr val="9E0002"/>
              </a:gs>
              <a:gs pos="40000">
                <a:schemeClr val="accent2">
                  <a:lumMod val="40000"/>
                  <a:lumOff val="60000"/>
                </a:schemeClr>
              </a:gs>
              <a:gs pos="70000">
                <a:schemeClr val="accent3">
                  <a:lumMod val="75000"/>
                </a:schemeClr>
              </a:gs>
              <a:gs pos="100000">
                <a:schemeClr val="accent3">
                  <a:lumMod val="75000"/>
                </a:schemeClr>
              </a:gs>
            </a:gsLst>
            <a:path path="circle">
              <a:fillToRect l="100000" t="100000" r="0" b="0"/>
            </a:path>
            <a:tileRect r="-100000" b="-10000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1" name="Picture 10"/>
          <p:cNvPicPr>
            <a:picLocks xmlns:a="http://schemas.openxmlformats.org/drawingml/2006/main" noChangeAspect="1"/>
          </p:cNvPicPr>
          <p:nvPr/>
        </p:nvPicPr>
        <p:blipFill>
          <a:blip xmlns:r="http://schemas.openxmlformats.org/officeDocument/2006/relationships" xmlns:a="http://schemas.openxmlformats.org/drawingml/2006/main" r:embed="R991f6d80c57542df"/>
          <a:stretch xmlns:a="http://schemas.openxmlformats.org/drawingml/2006/main">
            <a:fillRect l="0" t="0" r="0" b="0"/>
          </a:stretch>
        </p:blipFill>
        <p:spPr>
          <a:xfrm xmlns:a="http://schemas.openxmlformats.org/drawingml/2006/main">
            <a:off x="12031" y="152400"/>
            <a:ext cx="1437834" cy="634139"/>
          </a:xfrm>
          <a:prstGeom xmlns:a="http://schemas.openxmlformats.org/drawingml/2006/main" prst="rect">
            <a:avLst/>
          </a:prstGeom>
        </p:spPr>
      </p:pic>
      <p:sp>
        <p:nvSpPr>
          <p:cNvPr id="13" name="Title 1">
            <a:extLst xmlns:a="http://schemas.openxmlformats.org/drawingml/2006/main">
              <a:ext uri="{FF2B5EF4-FFF2-40B4-BE49-F238E27FC236}">
                <a16:creationId xmlns:a16="http://schemas.microsoft.com/office/drawing/2014/main" id="{3F10BFD7-1F4C-58E9-EBE9-3B2E32B90C26}"/>
              </a:ext>
            </a:extLst>
          </p:cNvPr>
          <p:cNvSpPr>
            <a:spLocks xmlns:a="http://schemas.openxmlformats.org/drawingml/2006/main" noGrp="1"/>
          </p:cNvSpPr>
          <p:nvPr/>
        </p:nvSpPr>
        <p:spPr>
          <a:xfrm xmlns:a="http://schemas.openxmlformats.org/drawingml/2006/main">
            <a:off x="2163186" y="2160569"/>
            <a:ext cx="8884226" cy="1570669"/>
          </a:xfrm>
          <a:prstGeom xmlns:a="http://schemas.openxmlformats.org/drawingml/2006/main" prst="rect">
            <a:avLst/>
          </a:prstGeom>
        </p:spPr>
        <p:txBody>
          <a:bodyPr xmlns:a="http://schemas.openxmlformats.org/drawingml/2006/main">
            <a:normAutofit fontScale="97500"/>
          </a:bodyPr>
          <a:lstStyle xmlns:a="http://schemas.openxmlformats.org/drawingml/2006/main">
            <a:lvl1pPr algn="l" defTabSz="914400">
              <a:spcBef>
                <a:spcPct val="0"/>
              </a:spcBef>
              <a:buNone/>
              <a:defRPr sz="4600" b="1" kern="1200">
                <a:solidFill>
                  <a:schemeClr val="tx1"/>
                </a:solidFill>
                <a:latin typeface="Swis721 Cn BT"/>
                <a:ea typeface="Swis721 Cn BT"/>
                <a:cs typeface="Swis721 Cn BT"/>
              </a:defRPr>
            </a:lvl1pPr>
          </a:lstStyle>
          <a:p xmlns:a="http://schemas.openxmlformats.org/drawingml/2006/main">
            <a:pPr algn="ctr">
              <a:buNone/>
            </a:pPr>
            <a:r>
              <a:rPr sz="2900">
                <a:solidFill>
                  <a:prstClr val="black"/>
                </a:solidFill>
                <a:latin typeface="Arial"/>
                <a:ea typeface="Arial"/>
                <a:cs typeface="Arial"/>
              </a:rPr>
              <a:t>Interim Corporate Specification Committee Meeting</a:t>
            </a:r>
          </a:p>
          <a:p xmlns:a="http://schemas.openxmlformats.org/drawingml/2006/main">
            <a:pPr algn="ctr">
              <a:buNone/>
            </a:pPr>
            <a:endParaRPr sz="1400">
              <a:solidFill>
                <a:prstClr val="black"/>
              </a:solidFill>
              <a:latin typeface="Arial"/>
              <a:ea typeface="Arial"/>
              <a:cs typeface="Arial"/>
            </a:endParaRPr>
          </a:p>
          <a:p xmlns:a="http://schemas.openxmlformats.org/drawingml/2006/main">
            <a:pPr algn="ctr">
              <a:buNone/>
            </a:pPr>
            <a:r>
              <a:rPr sz="2900">
                <a:solidFill>
                  <a:prstClr val="black"/>
                </a:solidFill>
                <a:latin typeface="Arial"/>
                <a:ea typeface="Arial"/>
                <a:cs typeface="Arial"/>
              </a:rPr>
              <a:t>09/07/2026</a:t>
            </a:r>
          </a:p>
          <a:p xmlns:a="http://schemas.openxmlformats.org/drawingml/2006/main">
            <a:pPr algn="ctr">
              <a:buNone/>
            </a:pPr>
            <a:endParaRPr sz="2800">
              <a:solidFill>
                <a:prstClr val="black"/>
              </a:solidFill>
              <a:latin typeface="Arial"/>
              <a:ea typeface="Arial"/>
              <a:cs typeface="Arial"/>
            </a:endParaRPr>
          </a:p>
        </p:txBody>
      </p:sp>
      <p:sp>
        <p:nvSpPr>
          <p:cNvPr id="14" name="Subtitle 3">
            <a:extLst xmlns:a="http://schemas.openxmlformats.org/drawingml/2006/main">
              <a:ext uri="{FF2B5EF4-FFF2-40B4-BE49-F238E27FC236}">
                <a16:creationId xmlns:a16="http://schemas.microsoft.com/office/drawing/2014/main" id="{C12179C8-DC92-1160-DE43-F7757CFD83D1}"/>
              </a:ext>
            </a:extLst>
          </p:cNvPr>
          <p:cNvSpPr>
            <a:spLocks xmlns:a="http://schemas.openxmlformats.org/drawingml/2006/main" noGrp="1"/>
          </p:cNvSpPr>
          <p:nvPr/>
        </p:nvSpPr>
        <p:spPr>
          <a:xfrm xmlns:a="http://schemas.openxmlformats.org/drawingml/2006/main">
            <a:off x="2288245" y="3125127"/>
            <a:ext cx="7923690" cy="447678"/>
          </a:xfrm>
          <a:prstGeom xmlns:a="http://schemas.openxmlformats.org/drawingml/2006/main" prst="rect">
            <a:avLst/>
          </a:prstGeom>
        </p:spPr>
        <p:txBody>
          <a:bodyPr xmlns:a="http://schemas.openxmlformats.org/drawingml/2006/main">
            <a:normAutofit lnSpcReduction="10000"/>
          </a:bodyPr>
          <a:lstStyle xmlns:a="http://schemas.openxmlformats.org/drawingml/2006/main">
            <a:lvl1pPr marL="0" indent="0" algn="l" defTabSz="914400">
              <a:spcBef>
                <a:spcPct val="20000"/>
              </a:spcBef>
              <a:buFont typeface="Arial"/>
              <a:buNone/>
              <a:defRPr sz="2400" kern="1200">
                <a:solidFill>
                  <a:schemeClr val="tx1">
                    <a:tint val="75000"/>
                  </a:schemeClr>
                </a:solidFill>
                <a:latin typeface="Swis721 Cn BT"/>
                <a:ea typeface="Swis721 Cn BT"/>
                <a:cs typeface="Swis721 Cn BT"/>
              </a:defRPr>
            </a:lvl1pPr>
            <a:lvl2pPr marL="457200" indent="0" algn="ctr" defTabSz="914400">
              <a:spcBef>
                <a:spcPct val="20000"/>
              </a:spcBef>
              <a:buFont typeface="Arial"/>
              <a:buNone/>
              <a:defRPr sz="2800" kern="1200">
                <a:solidFill>
                  <a:schemeClr val="tx1">
                    <a:tint val="75000"/>
                  </a:schemeClr>
                </a:solidFill>
                <a:latin typeface="+mn-lt"/>
                <a:ea typeface="+mn-lt"/>
                <a:cs typeface="+mn-lt"/>
              </a:defRPr>
            </a:lvl2pPr>
            <a:lvl3pPr marL="914400" indent="0" algn="ctr" defTabSz="914400">
              <a:spcBef>
                <a:spcPct val="20000"/>
              </a:spcBef>
              <a:buFont typeface="Arial"/>
              <a:buNone/>
              <a:defRPr sz="2400" kern="1200">
                <a:solidFill>
                  <a:schemeClr val="tx1">
                    <a:tint val="75000"/>
                  </a:schemeClr>
                </a:solidFill>
                <a:latin typeface="+mn-lt"/>
                <a:ea typeface="+mn-lt"/>
                <a:cs typeface="+mn-lt"/>
              </a:defRPr>
            </a:lvl3pPr>
            <a:lvl4pPr marL="1371600" indent="0" algn="ctr" defTabSz="914400">
              <a:spcBef>
                <a:spcPct val="20000"/>
              </a:spcBef>
              <a:buFont typeface="Arial"/>
              <a:buNone/>
              <a:defRPr sz="2000" kern="1200">
                <a:solidFill>
                  <a:schemeClr val="tx1">
                    <a:tint val="75000"/>
                  </a:schemeClr>
                </a:solidFill>
                <a:latin typeface="+mn-lt"/>
                <a:ea typeface="+mn-lt"/>
                <a:cs typeface="+mn-lt"/>
              </a:defRPr>
            </a:lvl4pPr>
            <a:lvl5pPr marL="1828800" indent="0" algn="ctr" defTabSz="914400">
              <a:spcBef>
                <a:spcPct val="20000"/>
              </a:spcBef>
              <a:buFont typeface="Arial"/>
              <a:buNone/>
              <a:defRPr sz="2000" kern="1200">
                <a:solidFill>
                  <a:schemeClr val="tx1">
                    <a:tint val="75000"/>
                  </a:schemeClr>
                </a:solidFill>
                <a:latin typeface="+mn-lt"/>
                <a:ea typeface="+mn-lt"/>
                <a:cs typeface="+mn-lt"/>
              </a:defRPr>
            </a:lvl5pPr>
            <a:lvl6pPr marL="2286000" indent="0" algn="ctr" defTabSz="914400">
              <a:spcBef>
                <a:spcPct val="20000"/>
              </a:spcBef>
              <a:buFont typeface="Arial"/>
              <a:buNone/>
              <a:defRPr sz="2000" kern="1200">
                <a:solidFill>
                  <a:schemeClr val="tx1">
                    <a:tint val="75000"/>
                  </a:schemeClr>
                </a:solidFill>
                <a:latin typeface="+mn-lt"/>
                <a:ea typeface="+mn-lt"/>
                <a:cs typeface="+mn-lt"/>
              </a:defRPr>
            </a:lvl6pPr>
            <a:lvl7pPr marL="2743200" indent="0" algn="ctr" defTabSz="914400">
              <a:spcBef>
                <a:spcPct val="20000"/>
              </a:spcBef>
              <a:buFont typeface="Arial"/>
              <a:buNone/>
              <a:defRPr sz="2000" kern="1200">
                <a:solidFill>
                  <a:schemeClr val="tx1">
                    <a:tint val="75000"/>
                  </a:schemeClr>
                </a:solidFill>
                <a:latin typeface="+mn-lt"/>
                <a:ea typeface="+mn-lt"/>
                <a:cs typeface="+mn-lt"/>
              </a:defRPr>
            </a:lvl7pPr>
            <a:lvl8pPr marL="3200400" indent="0" algn="ctr" defTabSz="914400">
              <a:spcBef>
                <a:spcPct val="20000"/>
              </a:spcBef>
              <a:buFont typeface="Arial"/>
              <a:buNone/>
              <a:defRPr sz="2000" kern="1200">
                <a:solidFill>
                  <a:schemeClr val="tx1">
                    <a:tint val="75000"/>
                  </a:schemeClr>
                </a:solidFill>
                <a:latin typeface="+mn-lt"/>
                <a:ea typeface="+mn-lt"/>
                <a:cs typeface="+mn-lt"/>
              </a:defRPr>
            </a:lvl8pPr>
            <a:lvl9pPr marL="3657600" indent="0" algn="ctr" defTabSz="914400">
              <a:spcBef>
                <a:spcPct val="20000"/>
              </a:spcBef>
              <a:buFont typeface="Arial"/>
              <a:buNone/>
              <a:defRPr sz="2000" kern="1200">
                <a:solidFill>
                  <a:schemeClr val="tx1">
                    <a:tint val="75000"/>
                  </a:schemeClr>
                </a:solidFill>
                <a:latin typeface="+mn-lt"/>
                <a:ea typeface="+mn-lt"/>
                <a:cs typeface="+mn-lt"/>
              </a:defRPr>
            </a:lvl9pPr>
          </a:lstStyle>
          <a:p xmlns:a="http://schemas.openxmlformats.org/drawingml/2006/main">
            <a:pPr algn="ctr">
              <a:buNone/>
            </a:pPr>
            <a:endParaRPr b="1">
              <a:solidFill>
                <a:schemeClr val="accent3">
                  <a:lumMod val="50000"/>
                </a:schemeClr>
              </a:solidFill>
              <a:latin typeface="Arial"/>
              <a:ea typeface="Arial"/>
              <a:cs typeface="Arial"/>
            </a:endParaRPr>
          </a:p>
        </p:txBody>
      </p:sp>
      <p:sp>
        <p:nvSpPr>
          <p:cNvPr id="5" name="Footer Placeholder 4">
            <a:extLst xmlns:a="http://schemas.openxmlformats.org/drawingml/2006/main">
              <a:ext uri="{FF2B5EF4-FFF2-40B4-BE49-F238E27FC236}">
                <a16:creationId xmlns:a16="http://schemas.microsoft.com/office/drawing/2014/main" id="{C7655089-A3C3-4AB3-8F7C-778A6DBB00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1</a:t>
            </a:r>
          </a:p>
        </p:txBody>
      </p:sp>
      <p:sp>
        <p:nvSpPr>
          <p:cNvPr id="6" name="Slide Number Placeholder 5">
            <a:extLst xmlns:a="http://schemas.openxmlformats.org/drawingml/2006/main">
              <a:ext uri="{FF2B5EF4-FFF2-40B4-BE49-F238E27FC236}">
                <a16:creationId xmlns:a16="http://schemas.microsoft.com/office/drawing/2014/main" id="{695AEC82-901C-46D6-BFE6-DF33342392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37871D4-A128-4350-8CC8-3D4D941366BB}" type="slidenum">
              <a:t>1</a:t>
            </a:fld>
            <a:endParaRPr/>
          </a:p>
        </p:txBody>
      </p:sp>
    </p:spTree>
    <p:extLst>
      <p:ext uri="{BB962C8B-B14F-4D97-AF65-F5344CB8AC3E}">
        <p14:creationId xmlns:p14="http://schemas.microsoft.com/office/powerpoint/2010/main" val="24832574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738AC9E9-9C9B-CAD8-9EA5-EB76D8D1F482}"/>
              </a:ext>
            </a:extLst>
          </p:cNvPr>
          <p:cNvSpPr>
            <a:spLocks xmlns:a="http://schemas.openxmlformats.org/drawingml/2006/main" noGrp="1"/>
          </p:cNvSpPr>
          <p:nvPr/>
        </p:nvSpPr>
        <p:spPr>
          <a:xfrm xmlns:a="http://schemas.openxmlformats.org/drawingml/2006/main">
            <a:off x="400502" y="1066800"/>
            <a:ext cx="11616419" cy="5306068"/>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marL="342900" lvl="1" indent="-342900" algn="just">
              <a:lnSpc>
                <a:spcPct val="140000"/>
              </a:lnSpc>
              <a:buFont typeface="Wingdings"/>
              <a:buChar char="Ø"/>
            </a:pPr>
            <a:r>
              <a:rPr sz="2200">
                <a:latin typeface="Times New Roman"/>
                <a:ea typeface="Times New Roman"/>
                <a:cs typeface="Times New Roman"/>
              </a:rPr>
              <a:t>Modification in Specification of  </a:t>
            </a:r>
            <a:r>
              <a:rPr sz="2200" b="1">
                <a:latin typeface="Times New Roman"/>
                <a:ea typeface="Times New Roman"/>
                <a:cs typeface="Times New Roman"/>
              </a:rPr>
              <a:t>Clay Free Non-Damaging Drilling Fluid System (Offshore Areas) (ONGC / DFC / 95 / 2026)</a:t>
            </a:r>
          </a:p>
          <a:p xmlns:a="http://schemas.openxmlformats.org/drawingml/2006/main">
            <a:pPr marL="342900" lvl="1" indent="-342900" algn="just">
              <a:lnSpc>
                <a:spcPct val="140000"/>
              </a:lnSpc>
              <a:buFont typeface="Wingdings"/>
              <a:buChar char="Ø"/>
            </a:pPr>
            <a:endParaRPr sz="2200" b="1">
              <a:latin typeface="Times New Roman"/>
              <a:ea typeface="Times New Roman"/>
              <a:cs typeface="Times New Roman"/>
            </a:endParaRPr>
          </a:p>
          <a:p xmlns:a="http://schemas.openxmlformats.org/drawingml/2006/main">
            <a:pPr marL="342900" lvl="1" indent="-342900" algn="just">
              <a:lnSpc>
                <a:spcPct val="140000"/>
              </a:lnSpc>
              <a:buFont typeface="Wingdings"/>
              <a:buChar char="Ø"/>
            </a:pPr>
            <a:r>
              <a:rPr sz="2200">
                <a:latin typeface="Times New Roman"/>
                <a:ea typeface="Times New Roman"/>
                <a:cs typeface="Times New Roman"/>
              </a:rPr>
              <a:t>Modification in Specification of  </a:t>
            </a:r>
            <a:r>
              <a:rPr sz="2200" b="1">
                <a:latin typeface="Times New Roman"/>
                <a:ea typeface="Times New Roman"/>
                <a:cs typeface="Times New Roman"/>
              </a:rPr>
              <a:t>Clay Free NDDF System (Onshore Areas) (ONGC / DFC / 103 / 2026)</a:t>
            </a:r>
          </a:p>
          <a:p xmlns:a="http://schemas.openxmlformats.org/drawingml/2006/main">
            <a:pPr marL="342900" lvl="1" indent="-342900" algn="just">
              <a:lnSpc>
                <a:spcPct val="140000"/>
              </a:lnSpc>
              <a:buFont typeface="Wingdings"/>
              <a:buChar char="Ø"/>
            </a:pPr>
            <a:endParaRPr sz="2200" b="1">
              <a:latin typeface="Times New Roman"/>
              <a:ea typeface="Times New Roman"/>
              <a:cs typeface="Times New Roman"/>
            </a:endParaRPr>
          </a:p>
          <a:p xmlns:a="http://schemas.openxmlformats.org/drawingml/2006/main">
            <a:pPr marL="342900" lvl="1" indent="-342900" algn="just">
              <a:lnSpc>
                <a:spcPct val="140000"/>
              </a:lnSpc>
              <a:buFont typeface="Wingdings"/>
              <a:buChar char="Ø"/>
            </a:pPr>
            <a:r>
              <a:rPr sz="2200">
                <a:latin typeface="Times New Roman"/>
                <a:ea typeface="Times New Roman"/>
                <a:cs typeface="Times New Roman"/>
              </a:rPr>
              <a:t>Modification in Specification and Standard Test Procedure of </a:t>
            </a:r>
            <a:r>
              <a:rPr sz="2200" b="1">
                <a:latin typeface="Times New Roman"/>
                <a:ea typeface="Times New Roman"/>
                <a:cs typeface="Times New Roman"/>
              </a:rPr>
              <a:t>Non-Invasive Fluid (ONGC / DFC / 84 / 2026)</a:t>
            </a:r>
          </a:p>
          <a:p xmlns:a="http://schemas.openxmlformats.org/drawingml/2006/main">
            <a:pPr marL="342900" lvl="1" indent="-342900" algn="just">
              <a:lnSpc>
                <a:spcPct val="140000"/>
              </a:lnSpc>
              <a:buFont typeface="Wingdings"/>
              <a:buChar char="Ø"/>
            </a:pPr>
            <a:endParaRPr sz="2200" b="1">
              <a:latin typeface="Times New Roman"/>
              <a:ea typeface="Times New Roman"/>
              <a:cs typeface="Times New Roman"/>
            </a:endParaRPr>
          </a:p>
          <a:p xmlns:a="http://schemas.openxmlformats.org/drawingml/2006/main">
            <a:pPr marL="342900" lvl="1" indent="-342900" algn="just">
              <a:lnSpc>
                <a:spcPct val="140000"/>
              </a:lnSpc>
              <a:buFont typeface="Wingdings"/>
              <a:buChar char="Ø"/>
            </a:pPr>
            <a:r>
              <a:rPr sz="2200">
                <a:latin typeface="Times New Roman"/>
                <a:ea typeface="Times New Roman"/>
                <a:cs typeface="Times New Roman"/>
              </a:rPr>
              <a:t>Modification in Specification and Standard Test Procedure of </a:t>
            </a:r>
            <a:r>
              <a:rPr sz="2200" b="1">
                <a:latin typeface="Times New Roman"/>
                <a:ea typeface="Times New Roman"/>
                <a:cs typeface="Times New Roman"/>
              </a:rPr>
              <a:t>Soda Ash (ONGC / DFC / 60 / 2026)</a:t>
            </a:r>
          </a:p>
        </p:txBody>
      </p:sp>
      <p:sp>
        <p:nvSpPr>
          <p:cNvPr id="3" name="TextBox 2">
            <a:extLst xmlns:a="http://schemas.openxmlformats.org/drawingml/2006/main">
              <a:ext uri="{FF2B5EF4-FFF2-40B4-BE49-F238E27FC236}">
                <a16:creationId xmlns:a16="http://schemas.microsoft.com/office/drawing/2014/main" id="{D077B8E8-D4E0-6C60-6FFA-0C3124111D2B}"/>
              </a:ext>
            </a:extLst>
          </p:cNvPr>
          <p:cNvSpPr>
            <a:spLocks xmlns:a="http://schemas.openxmlformats.org/drawingml/2006/main" noGrp="1"/>
          </p:cNvSpPr>
          <p:nvPr/>
        </p:nvSpPr>
        <p:spPr>
          <a:xfrm xmlns:a="http://schemas.openxmlformats.org/drawingml/2006/main">
            <a:off x="1446212" y="0"/>
            <a:ext cx="84582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Proposed Modification in Existing Specification and </a:t>
            </a:r>
          </a:p>
          <a:p xmlns:a="http://schemas.openxmlformats.org/drawingml/2006/main">
            <a:pPr algn="ctr">
              <a:buNone/>
            </a:pPr>
            <a:r>
              <a:rPr sz="2400" b="1">
                <a:latin typeface="Times New Roman"/>
                <a:ea typeface="Times New Roman"/>
                <a:cs typeface="Times New Roman"/>
              </a:rPr>
              <a:t>Standard Test Procedure of Drilling Fluid Chemicals  </a:t>
            </a:r>
          </a:p>
        </p:txBody>
      </p:sp>
    </p:spTree>
    <p:extLst>
      <p:ext uri="{BB962C8B-B14F-4D97-AF65-F5344CB8AC3E}">
        <p14:creationId xmlns:p14="http://schemas.microsoft.com/office/powerpoint/2010/main" val="147975572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738AC9E9-9C9B-CAD8-9EA5-EB76D8D1F482}"/>
              </a:ext>
            </a:extLst>
          </p:cNvPr>
          <p:cNvSpPr>
            <a:spLocks xmlns:a="http://schemas.openxmlformats.org/drawingml/2006/main" noGrp="1"/>
          </p:cNvSpPr>
          <p:nvPr/>
        </p:nvSpPr>
        <p:spPr>
          <a:xfrm xmlns:a="http://schemas.openxmlformats.org/drawingml/2006/main">
            <a:off x="400502" y="1066800"/>
            <a:ext cx="11616419" cy="430579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marL="342900" lvl="1" indent="-342900" algn="just">
              <a:lnSpc>
                <a:spcPct val="140000"/>
              </a:lnSpc>
              <a:buFont typeface="Wingdings"/>
              <a:buChar char="Ø"/>
            </a:pPr>
            <a:r>
              <a:rPr sz="2200">
                <a:latin typeface="Times New Roman"/>
                <a:ea typeface="Times New Roman"/>
                <a:cs typeface="Times New Roman"/>
              </a:rPr>
              <a:t>Modification in Standard Test Procedure of </a:t>
            </a:r>
            <a:r>
              <a:rPr sz="2200" b="1">
                <a:latin typeface="Times New Roman"/>
                <a:ea typeface="Times New Roman"/>
                <a:cs typeface="Times New Roman"/>
              </a:rPr>
              <a:t>LTSOBM (ONGC / DFC / 86-89 / 2026) &amp; WBM (ONGC / DFC / 90-104 / 2026)</a:t>
            </a:r>
          </a:p>
          <a:p xmlns:a="http://schemas.openxmlformats.org/drawingml/2006/main">
            <a:pPr marL="342900" lvl="1" indent="-342900" algn="just">
              <a:lnSpc>
                <a:spcPct val="140000"/>
              </a:lnSpc>
              <a:buFont typeface="Wingdings"/>
              <a:buChar char="Ø"/>
            </a:pPr>
            <a:endParaRPr sz="2200" b="1">
              <a:latin typeface="Times New Roman"/>
              <a:ea typeface="Times New Roman"/>
              <a:cs typeface="Times New Roman"/>
            </a:endParaRPr>
          </a:p>
          <a:p xmlns:a="http://schemas.openxmlformats.org/drawingml/2006/main">
            <a:pPr marL="342900" lvl="1" indent="-342900" algn="just">
              <a:lnSpc>
                <a:spcPct val="140000"/>
              </a:lnSpc>
              <a:buFont typeface="Wingdings"/>
              <a:buChar char="Ø"/>
            </a:pPr>
            <a:r>
              <a:rPr sz="2200">
                <a:latin typeface="Times New Roman"/>
                <a:ea typeface="Times New Roman"/>
                <a:cs typeface="Times New Roman"/>
              </a:rPr>
              <a:t>Modification in Specification of </a:t>
            </a:r>
            <a:r>
              <a:rPr sz="2200" b="1">
                <a:latin typeface="Times New Roman"/>
                <a:ea typeface="Times New Roman"/>
                <a:cs typeface="Times New Roman"/>
              </a:rPr>
              <a:t>LTSOBM (ONGC / DFC / 86-89 / 2026)</a:t>
            </a:r>
          </a:p>
          <a:p xmlns:a="http://schemas.openxmlformats.org/drawingml/2006/main">
            <a:pPr marL="342900" lvl="1" indent="-342900" algn="just">
              <a:lnSpc>
                <a:spcPct val="140000"/>
              </a:lnSpc>
              <a:buFont typeface="Wingdings"/>
              <a:buChar char="Ø"/>
            </a:pPr>
            <a:endParaRPr sz="2200" b="1">
              <a:latin typeface="Times New Roman"/>
              <a:ea typeface="Times New Roman"/>
              <a:cs typeface="Times New Roman"/>
            </a:endParaRPr>
          </a:p>
          <a:p xmlns:a="http://schemas.openxmlformats.org/drawingml/2006/main">
            <a:pPr marL="342900" lvl="1" indent="-342900" algn="just">
              <a:lnSpc>
                <a:spcPct val="140000"/>
              </a:lnSpc>
              <a:buFont typeface="Wingdings"/>
              <a:buChar char="Ø"/>
            </a:pPr>
            <a:r>
              <a:rPr sz="2200">
                <a:latin typeface="Times New Roman"/>
                <a:ea typeface="Times New Roman"/>
                <a:cs typeface="Times New Roman"/>
              </a:rPr>
              <a:t>Inclusion of General Instruction for Pressurisation of Aging Cell </a:t>
            </a:r>
          </a:p>
          <a:p xmlns:a="http://schemas.openxmlformats.org/drawingml/2006/main">
            <a:pPr marL="342900" lvl="1" indent="-342900" algn="just">
              <a:lnSpc>
                <a:spcPct val="140000"/>
              </a:lnSpc>
              <a:buFont typeface="Wingdings"/>
              <a:buChar char="Ø"/>
            </a:pPr>
            <a:endParaRPr sz="2200" b="1">
              <a:latin typeface="Times New Roman"/>
              <a:ea typeface="Times New Roman"/>
              <a:cs typeface="Times New Roman"/>
            </a:endParaRPr>
          </a:p>
          <a:p xmlns:a="http://schemas.openxmlformats.org/drawingml/2006/main">
            <a:pPr marL="342900" lvl="1" indent="-342900" algn="just">
              <a:lnSpc>
                <a:spcPct val="140000"/>
              </a:lnSpc>
              <a:buFont typeface="Wingdings"/>
              <a:buChar char="Ø"/>
            </a:pPr>
            <a:r>
              <a:rPr sz="2200">
                <a:latin typeface="Times New Roman"/>
                <a:ea typeface="Times New Roman"/>
                <a:cs typeface="Times New Roman"/>
              </a:rPr>
              <a:t>Conversion of Tentative Specification of </a:t>
            </a:r>
            <a:r>
              <a:rPr sz="2200" b="1">
                <a:latin typeface="Times New Roman"/>
                <a:ea typeface="Times New Roman"/>
                <a:cs typeface="Times New Roman"/>
              </a:rPr>
              <a:t>Flat Rheology SOBM (350</a:t>
            </a:r>
            <a:r>
              <a:rPr sz="2200" b="1">
                <a:latin typeface="Times New Roman"/>
                <a:ea typeface="Times New Roman"/>
                <a:cs typeface="Times New Roman"/>
              </a:rPr>
              <a:t>o</a:t>
            </a:r>
            <a:r>
              <a:rPr sz="2200" b="1">
                <a:latin typeface="Times New Roman"/>
                <a:ea typeface="Times New Roman"/>
                <a:cs typeface="Times New Roman"/>
              </a:rPr>
              <a:t>F)</a:t>
            </a:r>
            <a:r>
              <a:rPr sz="2200">
                <a:latin typeface="Times New Roman"/>
                <a:ea typeface="Times New Roman"/>
                <a:cs typeface="Times New Roman"/>
              </a:rPr>
              <a:t> to Corporate Specification</a:t>
            </a:r>
            <a:endParaRPr sz="2200">
              <a:latin typeface="Times New Roman"/>
              <a:ea typeface="Times New Roman"/>
              <a:cs typeface="Times New Roman"/>
            </a:endParaRPr>
          </a:p>
        </p:txBody>
      </p:sp>
      <p:sp>
        <p:nvSpPr>
          <p:cNvPr id="2" name="TextBox 1">
            <a:extLst xmlns:a="http://schemas.openxmlformats.org/drawingml/2006/main">
              <a:ext uri="{FF2B5EF4-FFF2-40B4-BE49-F238E27FC236}">
                <a16:creationId xmlns:a16="http://schemas.microsoft.com/office/drawing/2014/main" id="{F0D98D6D-CA5B-4F3C-8838-DA58E586FFEB}"/>
              </a:ext>
            </a:extLst>
          </p:cNvPr>
          <p:cNvSpPr>
            <a:spLocks xmlns:a="http://schemas.openxmlformats.org/drawingml/2006/main" noGrp="1"/>
          </p:cNvSpPr>
          <p:nvPr/>
        </p:nvSpPr>
        <p:spPr>
          <a:xfrm xmlns:a="http://schemas.openxmlformats.org/drawingml/2006/main">
            <a:off x="1446212" y="0"/>
            <a:ext cx="84582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Proposed Modification in Existing Specification and </a:t>
            </a:r>
          </a:p>
          <a:p xmlns:a="http://schemas.openxmlformats.org/drawingml/2006/main">
            <a:pPr algn="ctr">
              <a:buNone/>
            </a:pPr>
            <a:r>
              <a:rPr sz="2400" b="1">
                <a:latin typeface="Times New Roman"/>
                <a:ea typeface="Times New Roman"/>
                <a:cs typeface="Times New Roman"/>
              </a:rPr>
              <a:t>Standard Test Procedure of Drilling Fluid Chemicals  </a:t>
            </a:r>
          </a:p>
        </p:txBody>
      </p:sp>
    </p:spTree>
    <p:extLst>
      <p:ext uri="{BB962C8B-B14F-4D97-AF65-F5344CB8AC3E}">
        <p14:creationId xmlns:p14="http://schemas.microsoft.com/office/powerpoint/2010/main" val="256083646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2A48ECDE-6FB2-4BDA-A5F4-634B2F5A91C0}"/>
              </a:ext>
            </a:extLst>
          </p:cNvPr>
          <p:cNvSpPr>
            <a:spLocks xmlns:a="http://schemas.openxmlformats.org/drawingml/2006/main" noGrp="1"/>
          </p:cNvSpPr>
          <p:nvPr/>
        </p:nvSpPr>
        <p:spPr>
          <a:xfrm xmlns:a="http://schemas.openxmlformats.org/drawingml/2006/main">
            <a:off x="1598612" y="0"/>
            <a:ext cx="82296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Modification in Specification of Clay Free NDDF System </a:t>
            </a:r>
          </a:p>
          <a:p xmlns:a="http://schemas.openxmlformats.org/drawingml/2006/main">
            <a:pPr algn="ctr">
              <a:buNone/>
            </a:pPr>
            <a:r>
              <a:rPr sz="2400" b="1">
                <a:latin typeface="Times New Roman"/>
                <a:ea typeface="Times New Roman"/>
                <a:cs typeface="Times New Roman"/>
              </a:rPr>
              <a:t>(Offshore &amp; Onshore Areas) (ONGC / DFC / 95 &amp; 103 / 2026)</a:t>
            </a:r>
            <a:endParaRPr sz="2400" b="1">
              <a:latin typeface="Arial"/>
              <a:ea typeface="Arial"/>
              <a:cs typeface="Arial"/>
            </a:endParaRPr>
          </a:p>
        </p:txBody>
      </p:sp>
      <p:graphicFrame>
        <p:nvGraphicFramePr>
          <p:cNvPr id="8" name="Table 2"/>
          <p:cNvGraphicFramePr/>
          <p:nvPr/>
        </p:nvGraphicFramePr>
        <p:xfrm>
          <a:off xmlns:a="http://schemas.openxmlformats.org/drawingml/2006/main" x="227288" y="1165297"/>
          <a:ext xmlns:a="http://schemas.openxmlformats.org/drawingml/2006/main" cx="11582125" cy="1658051"/>
        </p:xfrm>
        <a:graphic xmlns:a="http://schemas.openxmlformats.org/drawingml/2006/main">
          <a:graphicData uri="http://schemas.openxmlformats.org/drawingml/2006/table">
            <a:tbl>
              <a:tblPr firstRow="1" bandRow="1">
                <a:tableStyleId>{5C22544A-7EE6-4342-B048-85BDC9FD1C3A}</a:tableStyleId>
              </a:tblPr>
              <a:tblGrid>
                <a:gridCol w="371965"/>
                <a:gridCol w="1837559"/>
                <a:gridCol w="2667000"/>
                <a:gridCol w="3200400"/>
                <a:gridCol w="3505201"/>
              </a:tblGrid>
              <a:tr h="491917">
                <a:tc>
                  <a:txBody>
                    <a:bodyPr/>
                    <a:lstStyle/>
                    <a:p>
                      <a:pPr algn="ctr">
                        <a:buNone/>
                      </a:pPr>
                      <a:r>
                        <a:rPr sz="1600" b="1">
                          <a:solidFill>
                            <a:sysClr val="windowText" lastClr="000000"/>
                          </a:solidFill>
                          <a:latin typeface="Times New Roman"/>
                          <a:ea typeface="Times New Roman"/>
                          <a:cs typeface="Times New Roman"/>
                        </a:rPr>
                        <a:t>S. 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i="0">
                          <a:solidFill>
                            <a:schemeClr val="dk1"/>
                          </a:solidFill>
                          <a:latin typeface="Times New Roman"/>
                          <a:ea typeface="Times New Roman"/>
                          <a:cs typeface="Times New Roman"/>
                        </a:rPr>
                        <a:t>Parameter</a:t>
                      </a:r>
                      <a:endParaRPr sz="1800" b="1">
                        <a:solidFill>
                          <a:sysClr val="windowText" lastClr="000000"/>
                        </a:solidFill>
                        <a:latin typeface="Times New Roman"/>
                        <a:ea typeface="Times New Roman"/>
                        <a:cs typeface="Times New Roman"/>
                      </a:endParaRP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Existing Specification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Proposed Specification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Reason/ Justification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085987">
                <a:tc>
                  <a:txBody>
                    <a:bodyPr/>
                    <a:lstStyle/>
                    <a:p>
                      <a:pPr marL="268288" marR="0" indent="-268288" algn="ctr" defTabSz="914400">
                        <a:lnSpc>
                          <a:spcPct val="100000"/>
                        </a:lnSpc>
                        <a:spcBef>
                          <a:spcPts val="0"/>
                        </a:spcBef>
                        <a:spcAft>
                          <a:spcPts val="0"/>
                        </a:spcAft>
                        <a:buClrTx/>
                        <a:buSzTx/>
                        <a:buFontTx/>
                        <a:buNone/>
                      </a:pPr>
                      <a:r>
                        <a:rPr sz="1600">
                          <a:solidFill>
                            <a:schemeClr val="tx1"/>
                          </a:solidFill>
                          <a:latin typeface="Times New Roman"/>
                          <a:ea typeface="Times New Roman"/>
                          <a:cs typeface="Times New Roman"/>
                        </a:rPr>
                        <a:t>7.</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indent="0" algn="just" defTabSz="914400">
                        <a:lnSpc>
                          <a:spcPct val="100000"/>
                        </a:lnSpc>
                        <a:spcBef>
                          <a:spcPts val="0"/>
                        </a:spcBef>
                        <a:spcAft>
                          <a:spcPts val="0"/>
                        </a:spcAft>
                        <a:buClrTx/>
                        <a:buSzTx/>
                        <a:buFontTx/>
                        <a:buNone/>
                      </a:pPr>
                      <a:r>
                        <a:rPr sz="1600" b="1">
                          <a:solidFill>
                            <a:sysClr val="windowText" lastClr="000000"/>
                          </a:solidFill>
                          <a:latin typeface="Times New Roman"/>
                          <a:ea typeface="Times New Roman"/>
                          <a:cs typeface="Times New Roman"/>
                        </a:rPr>
                        <a:t>pH at 75±4°F (BHR)</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1" i="0">
                          <a:solidFill>
                            <a:schemeClr val="dk1"/>
                          </a:solidFill>
                          <a:latin typeface="Times New Roman"/>
                          <a:ea typeface="Times New Roman"/>
                          <a:cs typeface="Times New Roman"/>
                        </a:rPr>
                        <a:t>                </a:t>
                      </a:r>
                      <a:r>
                        <a:rPr sz="1600" b="1" i="0">
                          <a:solidFill>
                            <a:schemeClr val="dk1"/>
                          </a:solidFill>
                          <a:latin typeface="Times New Roman"/>
                          <a:ea typeface="Times New Roman"/>
                          <a:cs typeface="Times New Roman"/>
                        </a:rPr>
                        <a:t> </a:t>
                      </a:r>
                      <a:r>
                        <a:rPr sz="1600" b="1" i="1">
                          <a:solidFill>
                            <a:schemeClr val="dk1"/>
                          </a:solidFill>
                          <a:latin typeface="Times New Roman"/>
                          <a:ea typeface="Times New Roman"/>
                          <a:cs typeface="Times New Roman"/>
                        </a:rPr>
                        <a:t>8.5-9.0</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1" i="1">
                          <a:solidFill>
                            <a:schemeClr val="dk1"/>
                          </a:solidFill>
                          <a:latin typeface="Times New Roman"/>
                          <a:ea typeface="Times New Roman"/>
                          <a:cs typeface="Times New Roman"/>
                        </a:rPr>
                        <a:t>                       9.5-10</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0" i="0">
                          <a:solidFill>
                            <a:schemeClr val="dk1"/>
                          </a:solidFill>
                          <a:latin typeface="Times New Roman"/>
                          <a:ea typeface="Times New Roman"/>
                          <a:cs typeface="Times New Roman"/>
                        </a:rPr>
                        <a:t>Pre Gelatinised Starch tends</a:t>
                      </a:r>
                      <a:r>
                        <a:rPr sz="1600" b="0" i="0">
                          <a:solidFill>
                            <a:schemeClr val="dk1"/>
                          </a:solidFill>
                          <a:latin typeface="Times New Roman"/>
                          <a:ea typeface="Times New Roman"/>
                          <a:cs typeface="Times New Roman"/>
                        </a:rPr>
                        <a:t> to get degraded at lower </a:t>
                      </a:r>
                      <a:r>
                        <a:rPr sz="1600" b="0" i="0">
                          <a:solidFill>
                            <a:schemeClr val="dk1"/>
                          </a:solidFill>
                          <a:latin typeface="Times New Roman"/>
                          <a:ea typeface="Times New Roman"/>
                          <a:cs typeface="Times New Roman"/>
                        </a:rPr>
                        <a:t>pH.</a:t>
                      </a:r>
                      <a:endParaRPr sz="1600" b="0" i="0" kern="120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255273413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CD9648CC-4273-4E82-A9AB-9832A8E64E9A}"/>
              </a:ext>
            </a:extLst>
          </p:cNvPr>
          <p:cNvSpPr>
            <a:spLocks xmlns:a="http://schemas.openxmlformats.org/drawingml/2006/main" noGrp="1"/>
          </p:cNvSpPr>
          <p:nvPr/>
        </p:nvSpPr>
        <p:spPr>
          <a:xfrm xmlns:a="http://schemas.openxmlformats.org/drawingml/2006/main">
            <a:off x="1598612" y="17929"/>
            <a:ext cx="82296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Modification in Specification &amp; Standard Test Procedure of Non-Invasive Fluid (ONGC / DFC / 84 / 2026)</a:t>
            </a:r>
          </a:p>
        </p:txBody>
      </p:sp>
      <p:graphicFrame>
        <p:nvGraphicFramePr>
          <p:cNvPr id="8" name="Table 2"/>
          <p:cNvGraphicFramePr/>
          <p:nvPr/>
        </p:nvGraphicFramePr>
        <p:xfrm>
          <a:off xmlns:a="http://schemas.openxmlformats.org/drawingml/2006/main" x="227288" y="1165297"/>
          <a:ext xmlns:a="http://schemas.openxmlformats.org/drawingml/2006/main" cx="11810724" cy="3826368"/>
        </p:xfrm>
        <a:graphic xmlns:a="http://schemas.openxmlformats.org/drawingml/2006/main">
          <a:graphicData uri="http://schemas.openxmlformats.org/drawingml/2006/table">
            <a:tbl>
              <a:tblPr firstRow="1" bandRow="1">
                <a:tableStyleId>{5C22544A-7EE6-4342-B048-85BDC9FD1C3A}</a:tableStyleId>
              </a:tblPr>
              <a:tblGrid>
                <a:gridCol w="497026"/>
                <a:gridCol w="2455378"/>
                <a:gridCol w="4480070"/>
                <a:gridCol w="4378250"/>
              </a:tblGrid>
              <a:tr h="491917">
                <a:tc>
                  <a:txBody>
                    <a:bodyPr/>
                    <a:lstStyle/>
                    <a:p>
                      <a:pPr algn="ctr">
                        <a:buNone/>
                      </a:pPr>
                      <a:r>
                        <a:rPr sz="1600" b="1">
                          <a:solidFill>
                            <a:sysClr val="windowText" lastClr="000000"/>
                          </a:solidFill>
                          <a:latin typeface="Times New Roman"/>
                          <a:ea typeface="Times New Roman"/>
                          <a:cs typeface="Times New Roman"/>
                        </a:rPr>
                        <a:t>S. 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i="0">
                          <a:solidFill>
                            <a:schemeClr val="dk1"/>
                          </a:solidFill>
                          <a:latin typeface="Times New Roman"/>
                          <a:ea typeface="Times New Roman"/>
                          <a:cs typeface="Times New Roman"/>
                        </a:rPr>
                        <a:t>Parameter</a:t>
                      </a:r>
                      <a:endParaRPr sz="1800" b="1">
                        <a:solidFill>
                          <a:sysClr val="windowText" lastClr="000000"/>
                        </a:solidFill>
                        <a:latin typeface="Times New Roman"/>
                        <a:ea typeface="Times New Roman"/>
                        <a:cs typeface="Times New Roman"/>
                      </a:endParaRP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Existing Procedure</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Suggestions</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085987">
                <a:tc>
                  <a:txBody>
                    <a:bodyPr/>
                    <a:lstStyle/>
                    <a:p>
                      <a:pPr marL="268288" marR="0" indent="-268288" algn="ctr" defTabSz="914400">
                        <a:lnSpc>
                          <a:spcPct val="100000"/>
                        </a:lnSpc>
                        <a:spcBef>
                          <a:spcPts val="0"/>
                        </a:spcBef>
                        <a:spcAft>
                          <a:spcPts val="0"/>
                        </a:spcAft>
                        <a:buClrTx/>
                        <a:buSzTx/>
                        <a:buFontTx/>
                        <a:buNone/>
                      </a:pPr>
                      <a:r>
                        <a:rPr sz="1600">
                          <a:solidFill>
                            <a:schemeClr val="tx1"/>
                          </a:solidFill>
                          <a:latin typeface="Times New Roman"/>
                          <a:ea typeface="Times New Roman"/>
                          <a:cs typeface="Times New Roman"/>
                        </a:rPr>
                        <a:t>4.</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indent="0" algn="just" defTabSz="914400">
                        <a:lnSpc>
                          <a:spcPct val="100000"/>
                        </a:lnSpc>
                        <a:spcBef>
                          <a:spcPts val="0"/>
                        </a:spcBef>
                        <a:spcAft>
                          <a:spcPts val="0"/>
                        </a:spcAft>
                        <a:buClrTx/>
                        <a:buSzTx/>
                        <a:buFontTx/>
                        <a:buNone/>
                      </a:pPr>
                      <a:r>
                        <a:rPr sz="1600" b="1">
                          <a:solidFill>
                            <a:sysClr val="windowText" lastClr="000000"/>
                          </a:solidFill>
                          <a:latin typeface="Times New Roman"/>
                          <a:ea typeface="Times New Roman"/>
                          <a:cs typeface="Times New Roman"/>
                        </a:rPr>
                        <a:t>Screening test/sieve analysis</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0" i="0">
                          <a:solidFill>
                            <a:schemeClr val="dk1"/>
                          </a:solidFill>
                          <a:latin typeface="Times New Roman"/>
                          <a:ea typeface="Times New Roman"/>
                          <a:cs typeface="Times New Roman"/>
                        </a:rPr>
                        <a:t> Dry the Non –Invasive Fluid (NIF) additive samples into Hot air Oven at 70°C for 3 hrs. 10 gm. of sample from above is to be taken over the perfectly cleaned and dry (there should be no clogging of sieve) 100 mesh ASTM sieve. Fix this sieve over the sieve container with proper gasket fitting. Put the above set-up into sieve shaker. Manually set the time and vibration rate on sieve shaker console </a:t>
                      </a:r>
                      <a:r>
                        <a:rPr sz="1600" b="1" i="0">
                          <a:solidFill>
                            <a:schemeClr val="dk1"/>
                          </a:solidFill>
                          <a:latin typeface="Times New Roman"/>
                          <a:ea typeface="Times New Roman"/>
                          <a:cs typeface="Times New Roman"/>
                        </a:rPr>
                        <a:t>(3000 vibrations/ minute for 10 minutes). </a:t>
                      </a:r>
                      <a:r>
                        <a:rPr sz="1600" b="0" i="0">
                          <a:solidFill>
                            <a:schemeClr val="dk1"/>
                          </a:solidFill>
                          <a:latin typeface="Times New Roman"/>
                          <a:ea typeface="Times New Roman"/>
                          <a:cs typeface="Times New Roman"/>
                        </a:rPr>
                        <a:t>Top cover fixture opening should be covered to avoid the loss of material due to vibration. Start the equipment and record the value as specification</a:t>
                      </a:r>
                      <a:r>
                        <a:rPr sz="1600" b="1" i="0">
                          <a:solidFill>
                            <a:schemeClr val="dk1"/>
                          </a:solidFill>
                          <a:latin typeface="Times New Roman"/>
                          <a:ea typeface="Times New Roman"/>
                          <a:cs typeface="Times New Roman"/>
                        </a:rPr>
                        <a:t>. </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indent="0" algn="just" defTabSz="914126">
                        <a:lnSpc>
                          <a:spcPct val="100000"/>
                        </a:lnSpc>
                        <a:spcBef>
                          <a:spcPts val="0"/>
                        </a:spcBef>
                        <a:spcAft>
                          <a:spcPts val="0"/>
                        </a:spcAft>
                        <a:buClrTx/>
                        <a:buSzTx/>
                        <a:buFontTx/>
                        <a:buNone/>
                      </a:pPr>
                      <a:r>
                        <a:rPr sz="1600" b="0" i="0">
                          <a:solidFill>
                            <a:schemeClr val="dk1"/>
                          </a:solidFill>
                          <a:latin typeface="Times New Roman"/>
                          <a:ea typeface="Times New Roman"/>
                          <a:cs typeface="Times New Roman"/>
                        </a:rPr>
                        <a:t> The existing sieve shaker in labs do not have any option to set the vibration. The committee is requested to decide on the changes.</a:t>
                      </a:r>
                      <a:endParaRPr sz="1600" b="1" i="0" kern="1200" baseline="0">
                        <a:solidFill>
                          <a:schemeClr val="dk1"/>
                        </a:solidFill>
                        <a:latin typeface="Times New Roman"/>
                        <a:ea typeface="Times New Roman"/>
                        <a:cs typeface="Times New Roman"/>
                      </a:endParaRPr>
                    </a:p>
                    <a:p>
                      <a:pPr marL="0" indent="0" algn="just">
                        <a:buNone/>
                      </a:pPr>
                      <a:endParaRPr sz="1600" b="1" i="1" kern="120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222886770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550AC3BD-4750-4FD6-A854-86231704B121}"/>
              </a:ext>
            </a:extLst>
          </p:cNvPr>
          <p:cNvSpPr>
            <a:spLocks xmlns:a="http://schemas.openxmlformats.org/drawingml/2006/main" noGrp="1"/>
          </p:cNvSpPr>
          <p:nvPr/>
        </p:nvSpPr>
        <p:spPr>
          <a:xfrm xmlns:a="http://schemas.openxmlformats.org/drawingml/2006/main">
            <a:off x="1598612" y="17929"/>
            <a:ext cx="82296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Modification in Specification &amp; Standard Test Procedure of Non-Invasive Fluid (ONGC / DFC / 84 / 2026)</a:t>
            </a:r>
          </a:p>
        </p:txBody>
      </p:sp>
      <p:graphicFrame>
        <p:nvGraphicFramePr>
          <p:cNvPr id="8" name="Table 2"/>
          <p:cNvGraphicFramePr/>
          <p:nvPr/>
        </p:nvGraphicFramePr>
        <p:xfrm>
          <a:off xmlns:a="http://schemas.openxmlformats.org/drawingml/2006/main" x="227288" y="1165297"/>
          <a:ext xmlns:a="http://schemas.openxmlformats.org/drawingml/2006/main" cx="11582125" cy="4318285"/>
        </p:xfrm>
        <a:graphic xmlns:a="http://schemas.openxmlformats.org/drawingml/2006/main">
          <a:graphicData uri="http://schemas.openxmlformats.org/drawingml/2006/table">
            <a:tbl>
              <a:tblPr firstRow="1" bandRow="1">
                <a:tableStyleId>{5C22544A-7EE6-4342-B048-85BDC9FD1C3A}</a:tableStyleId>
              </a:tblPr>
              <a:tblGrid>
                <a:gridCol w="609324"/>
                <a:gridCol w="1600200"/>
                <a:gridCol w="3352800"/>
                <a:gridCol w="3276600"/>
                <a:gridCol w="2743201"/>
              </a:tblGrid>
              <a:tr h="491917">
                <a:tc>
                  <a:txBody>
                    <a:bodyPr/>
                    <a:lstStyle/>
                    <a:p>
                      <a:pPr algn="ctr">
                        <a:buNone/>
                      </a:pPr>
                      <a:r>
                        <a:rPr sz="1600" b="1">
                          <a:solidFill>
                            <a:sysClr val="windowText" lastClr="000000"/>
                          </a:solidFill>
                          <a:latin typeface="Times New Roman"/>
                          <a:ea typeface="Times New Roman"/>
                          <a:cs typeface="Times New Roman"/>
                        </a:rPr>
                        <a:t>S. 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i="0">
                          <a:solidFill>
                            <a:schemeClr val="dk1"/>
                          </a:solidFill>
                          <a:latin typeface="Times New Roman"/>
                          <a:ea typeface="Times New Roman"/>
                          <a:cs typeface="Times New Roman"/>
                        </a:rPr>
                        <a:t>Parameter</a:t>
                      </a:r>
                      <a:endParaRPr sz="1800" b="1">
                        <a:solidFill>
                          <a:sysClr val="windowText" lastClr="000000"/>
                        </a:solidFill>
                        <a:latin typeface="Times New Roman"/>
                        <a:ea typeface="Times New Roman"/>
                        <a:cs typeface="Times New Roman"/>
                      </a:endParaRP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Existing Procedure</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Proposed Procedure</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Reason/ Justification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085987">
                <a:tc>
                  <a:txBody>
                    <a:bodyPr/>
                    <a:lstStyle/>
                    <a:p>
                      <a:pPr marL="268288" marR="0" indent="-268288" algn="l" defTabSz="914400">
                        <a:lnSpc>
                          <a:spcPct val="100000"/>
                        </a:lnSpc>
                        <a:spcBef>
                          <a:spcPts val="0"/>
                        </a:spcBef>
                        <a:spcAft>
                          <a:spcPts val="0"/>
                        </a:spcAft>
                        <a:buClrTx/>
                        <a:buSzTx/>
                        <a:buFontTx/>
                        <a:buNone/>
                      </a:pPr>
                      <a:r>
                        <a:rPr sz="1600">
                          <a:solidFill>
                            <a:schemeClr val="tx1"/>
                          </a:solidFill>
                          <a:latin typeface="Times New Roman"/>
                          <a:ea typeface="Times New Roman"/>
                          <a:cs typeface="Times New Roman"/>
                        </a:rPr>
                        <a:t>6.D.c</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indent="0" algn="just" defTabSz="914400">
                        <a:lnSpc>
                          <a:spcPct val="100000"/>
                        </a:lnSpc>
                        <a:spcBef>
                          <a:spcPts val="0"/>
                        </a:spcBef>
                        <a:spcAft>
                          <a:spcPts val="0"/>
                        </a:spcAft>
                        <a:buClrTx/>
                        <a:buSzTx/>
                        <a:buFontTx/>
                        <a:buNone/>
                      </a:pPr>
                      <a:r>
                        <a:rPr sz="1600" b="1">
                          <a:solidFill>
                            <a:sysClr val="windowText" lastClr="000000"/>
                          </a:solidFill>
                          <a:latin typeface="Times New Roman"/>
                          <a:ea typeface="Times New Roman"/>
                          <a:cs typeface="Times New Roman"/>
                        </a:rPr>
                        <a:t>Invasion Test </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just">
                        <a:buNone/>
                      </a:pPr>
                      <a:r>
                        <a:rPr sz="1600" b="0" i="0">
                          <a:solidFill>
                            <a:schemeClr val="dk1"/>
                          </a:solidFill>
                          <a:latin typeface="Times New Roman"/>
                          <a:ea typeface="Times New Roman"/>
                          <a:cs typeface="Times New Roman"/>
                        </a:rPr>
                        <a:t>The invasion test for the base mud and NIF additive treated base mud after hot rolling (100°C, 16 hrs.) is to be carried out with new NIF evaluation apparatus </a:t>
                      </a:r>
                      <a:r>
                        <a:rPr sz="1600" b="1" i="0">
                          <a:solidFill>
                            <a:schemeClr val="dk1"/>
                          </a:solidFill>
                          <a:latin typeface="Times New Roman"/>
                          <a:ea typeface="Times New Roman"/>
                          <a:cs typeface="Times New Roman"/>
                        </a:rPr>
                        <a:t>(available in IDT Lab) </a:t>
                      </a:r>
                      <a:r>
                        <a:rPr sz="1600" b="0" i="0">
                          <a:solidFill>
                            <a:schemeClr val="dk1"/>
                          </a:solidFill>
                          <a:latin typeface="Times New Roman"/>
                          <a:ea typeface="Times New Roman"/>
                          <a:cs typeface="Times New Roman"/>
                        </a:rPr>
                        <a:t>on, a dry sand bed of 11cm from bottom end with uniform compaction. This sand bed is prepared by using the cleaned &amp; 140 dry </a:t>
                      </a:r>
                      <a:r>
                        <a:rPr sz="1600" b="0" i="0">
                          <a:solidFill>
                            <a:schemeClr val="dk1"/>
                          </a:solidFill>
                          <a:latin typeface="Times New Roman"/>
                          <a:ea typeface="Times New Roman"/>
                          <a:cs typeface="Times New Roman"/>
                        </a:rPr>
                        <a:t>frac</a:t>
                      </a:r>
                      <a:r>
                        <a:rPr sz="1600" b="0" i="0">
                          <a:solidFill>
                            <a:schemeClr val="dk1"/>
                          </a:solidFill>
                          <a:latin typeface="Times New Roman"/>
                          <a:ea typeface="Times New Roman"/>
                          <a:cs typeface="Times New Roman"/>
                        </a:rPr>
                        <a:t>. sand (20/40)… (cont.)</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indent="0" algn="just" defTabSz="914126">
                        <a:lnSpc>
                          <a:spcPct val="100000"/>
                        </a:lnSpc>
                        <a:spcBef>
                          <a:spcPts val="0"/>
                        </a:spcBef>
                        <a:spcAft>
                          <a:spcPts val="0"/>
                        </a:spcAft>
                        <a:buClrTx/>
                        <a:buSzTx/>
                        <a:buFontTx/>
                        <a:buNone/>
                      </a:pPr>
                      <a:r>
                        <a:rPr sz="1600" b="0" i="0">
                          <a:solidFill>
                            <a:schemeClr val="dk1"/>
                          </a:solidFill>
                          <a:latin typeface="Times New Roman"/>
                          <a:ea typeface="Times New Roman"/>
                          <a:cs typeface="Times New Roman"/>
                        </a:rPr>
                        <a:t>The invasion test for the base mud and NIF additive treated base mud after hot rolling (100°C, 16 hrs.) is to be carried out with new NIF evaluation apparatus on, a dry sand bed of 11cm from bottom end with uniform compaction. This sand bed is prepared by using the cleaned &amp; 140 dry </a:t>
                      </a:r>
                      <a:r>
                        <a:rPr sz="1600" b="0" i="0">
                          <a:solidFill>
                            <a:schemeClr val="dk1"/>
                          </a:solidFill>
                          <a:latin typeface="Times New Roman"/>
                          <a:ea typeface="Times New Roman"/>
                          <a:cs typeface="Times New Roman"/>
                        </a:rPr>
                        <a:t>frac</a:t>
                      </a:r>
                      <a:r>
                        <a:rPr sz="1600" b="0" i="0">
                          <a:solidFill>
                            <a:schemeClr val="dk1"/>
                          </a:solidFill>
                          <a:latin typeface="Times New Roman"/>
                          <a:ea typeface="Times New Roman"/>
                          <a:cs typeface="Times New Roman"/>
                        </a:rPr>
                        <a:t>. sand (20/40)… (cont.)</a:t>
                      </a:r>
                    </a:p>
                    <a:p>
                      <a:pPr marL="0" indent="0" algn="just">
                        <a:buNone/>
                      </a:pPr>
                      <a:endParaRPr sz="1600" b="1" i="1" kern="120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0" i="0">
                          <a:solidFill>
                            <a:schemeClr val="dk1"/>
                          </a:solidFill>
                          <a:latin typeface="Times New Roman"/>
                          <a:ea typeface="Times New Roman"/>
                          <a:cs typeface="Times New Roman"/>
                        </a:rPr>
                        <a:t>Facility is also available with other RGLs.</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085987">
                <a:tc>
                  <a:txBody>
                    <a:bodyPr/>
                    <a:lstStyle/>
                    <a:p>
                      <a:pPr marL="268288" marR="0" indent="-268288" algn="l" defTabSz="914400">
                        <a:lnSpc>
                          <a:spcPct val="100000"/>
                        </a:lnSpc>
                        <a:spcBef>
                          <a:spcPts val="0"/>
                        </a:spcBef>
                        <a:spcAft>
                          <a:spcPts val="0"/>
                        </a:spcAft>
                        <a:buClrTx/>
                        <a:buSzTx/>
                        <a:buFontTx/>
                        <a:buNone/>
                      </a:pPr>
                      <a:r>
                        <a:rPr sz="1600">
                          <a:solidFill>
                            <a:schemeClr val="tx1"/>
                          </a:solidFill>
                          <a:latin typeface="Times New Roman"/>
                          <a:ea typeface="Times New Roman"/>
                          <a:cs typeface="Times New Roman"/>
                        </a:rPr>
                        <a:t>6. </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indent="0" algn="just" defTabSz="914400">
                        <a:lnSpc>
                          <a:spcPct val="100000"/>
                        </a:lnSpc>
                        <a:spcBef>
                          <a:spcPts val="0"/>
                        </a:spcBef>
                        <a:spcAft>
                          <a:spcPts val="0"/>
                        </a:spcAft>
                        <a:buClrTx/>
                        <a:buSzTx/>
                        <a:buFontTx/>
                        <a:buNone/>
                      </a:pPr>
                      <a:r>
                        <a:rPr sz="1600" b="1">
                          <a:solidFill>
                            <a:sysClr val="windowText" lastClr="000000"/>
                          </a:solidFill>
                          <a:latin typeface="Times New Roman"/>
                          <a:ea typeface="Times New Roman"/>
                          <a:cs typeface="Times New Roman"/>
                        </a:rPr>
                        <a:t>Performance Test</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0" i="0">
                          <a:solidFill>
                            <a:schemeClr val="dk1"/>
                          </a:solidFill>
                          <a:latin typeface="Times New Roman"/>
                          <a:ea typeface="Times New Roman"/>
                          <a:cs typeface="Times New Roman"/>
                        </a:rPr>
                        <a:t>Temperature is not specified in the existing procedure.</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r>
                        <a:rPr sz="1600" b="1" i="0">
                          <a:solidFill>
                            <a:schemeClr val="dk1"/>
                          </a:solidFill>
                          <a:latin typeface="Times New Roman"/>
                          <a:ea typeface="Times New Roman"/>
                          <a:cs typeface="Times New Roman"/>
                        </a:rPr>
                        <a:t>All rheological parameters to be tested at 24 ±2  </a:t>
                      </a:r>
                      <a:r>
                        <a:rPr sz="1600" b="1" i="0">
                          <a:solidFill>
                            <a:schemeClr val="dk1"/>
                          </a:solidFill>
                          <a:latin typeface="Times New Roman"/>
                          <a:ea typeface="Times New Roman"/>
                          <a:cs typeface="Times New Roman"/>
                        </a:rPr>
                        <a:t>o</a:t>
                      </a:r>
                      <a:r>
                        <a:rPr sz="1600" b="1" i="0">
                          <a:solidFill>
                            <a:schemeClr val="dk1"/>
                          </a:solidFill>
                          <a:latin typeface="Times New Roman"/>
                          <a:ea typeface="Times New Roman"/>
                          <a:cs typeface="Times New Roman"/>
                        </a:rPr>
                        <a:t>C</a:t>
                      </a:r>
                      <a:endParaRPr sz="1600" b="1" i="0" kern="1200" baseline="0">
                        <a:solidFill>
                          <a:schemeClr val="dk1"/>
                        </a:solidFill>
                        <a:latin typeface="Times New Roman"/>
                        <a:ea typeface="Times New Roman"/>
                        <a:cs typeface="Times New Roman"/>
                      </a:endParaRPr>
                    </a:p>
                    <a:p>
                      <a:pPr marL="0" indent="0" algn="just">
                        <a:buNone/>
                      </a:pPr>
                      <a:endParaRPr sz="1600" b="1" i="1" kern="120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0" i="0">
                          <a:solidFill>
                            <a:schemeClr val="dk1"/>
                          </a:solidFill>
                          <a:latin typeface="Times New Roman"/>
                          <a:ea typeface="Times New Roman"/>
                          <a:cs typeface="Times New Roman"/>
                        </a:rPr>
                        <a:t>As the rheological parameters in performance test are usually measured at 24±2  </a:t>
                      </a:r>
                      <a:r>
                        <a:rPr sz="1600" b="0" i="0">
                          <a:solidFill>
                            <a:schemeClr val="dk1"/>
                          </a:solidFill>
                          <a:latin typeface="Times New Roman"/>
                          <a:ea typeface="Times New Roman"/>
                          <a:cs typeface="Times New Roman"/>
                        </a:rPr>
                        <a:t>o</a:t>
                      </a:r>
                      <a:r>
                        <a:rPr sz="1600" b="0" i="0">
                          <a:solidFill>
                            <a:schemeClr val="dk1"/>
                          </a:solidFill>
                          <a:latin typeface="Times New Roman"/>
                          <a:ea typeface="Times New Roman"/>
                          <a:cs typeface="Times New Roman"/>
                        </a:rPr>
                        <a:t>C</a:t>
                      </a:r>
                      <a:r>
                        <a:rPr sz="1600" b="0" i="0">
                          <a:solidFill>
                            <a:schemeClr val="dk1"/>
                          </a:solidFill>
                          <a:latin typeface="Times New Roman"/>
                          <a:ea typeface="Times New Roman"/>
                          <a:cs typeface="Times New Roman"/>
                        </a:rPr>
                        <a:t> for OFCs.</a:t>
                      </a:r>
                    </a:p>
                    <a:p>
                      <a:pPr marL="0" indent="0" algn="just">
                        <a:buNone/>
                      </a:pPr>
                      <a:endParaRPr sz="16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1985115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FE0DDE6F-D53E-454E-9DB9-E81EF4BF52F6}"/>
              </a:ext>
            </a:extLst>
          </p:cNvPr>
          <p:cNvSpPr>
            <a:spLocks xmlns:a="http://schemas.openxmlformats.org/drawingml/2006/main" noGrp="1"/>
          </p:cNvSpPr>
          <p:nvPr/>
        </p:nvSpPr>
        <p:spPr>
          <a:xfrm xmlns:a="http://schemas.openxmlformats.org/drawingml/2006/main">
            <a:off x="1598612" y="17929"/>
            <a:ext cx="82296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Modification in Standard Test Procedure of Soda Ash </a:t>
            </a:r>
          </a:p>
          <a:p xmlns:a="http://schemas.openxmlformats.org/drawingml/2006/main">
            <a:pPr algn="ctr">
              <a:buNone/>
            </a:pPr>
            <a:r>
              <a:rPr sz="2400" b="1">
                <a:latin typeface="Times New Roman"/>
                <a:ea typeface="Times New Roman"/>
                <a:cs typeface="Times New Roman"/>
              </a:rPr>
              <a:t>(ONGC / DFC / 60 / 2026)</a:t>
            </a:r>
          </a:p>
        </p:txBody>
      </p:sp>
      <p:graphicFrame>
        <p:nvGraphicFramePr>
          <p:cNvPr id="8" name="Table 2"/>
          <p:cNvGraphicFramePr/>
          <p:nvPr/>
        </p:nvGraphicFramePr>
        <p:xfrm>
          <a:off xmlns:a="http://schemas.openxmlformats.org/drawingml/2006/main" x="227288" y="1165297"/>
          <a:ext xmlns:a="http://schemas.openxmlformats.org/drawingml/2006/main" cx="11582125" cy="3014701"/>
        </p:xfrm>
        <a:graphic xmlns:a="http://schemas.openxmlformats.org/drawingml/2006/main">
          <a:graphicData uri="http://schemas.openxmlformats.org/drawingml/2006/table">
            <a:tbl>
              <a:tblPr firstRow="1" bandRow="1">
                <a:tableStyleId>{5C22544A-7EE6-4342-B048-85BDC9FD1C3A}</a:tableStyleId>
              </a:tblPr>
              <a:tblGrid>
                <a:gridCol w="609324"/>
                <a:gridCol w="1600200"/>
                <a:gridCol w="3352800"/>
                <a:gridCol w="3276600"/>
                <a:gridCol w="2743201"/>
              </a:tblGrid>
              <a:tr h="491917">
                <a:tc>
                  <a:txBody>
                    <a:bodyPr/>
                    <a:lstStyle/>
                    <a:p>
                      <a:pPr algn="ctr">
                        <a:buNone/>
                      </a:pPr>
                      <a:r>
                        <a:rPr sz="1600" b="1">
                          <a:solidFill>
                            <a:sysClr val="windowText" lastClr="000000"/>
                          </a:solidFill>
                          <a:latin typeface="Times New Roman"/>
                          <a:ea typeface="Times New Roman"/>
                          <a:cs typeface="Times New Roman"/>
                        </a:rPr>
                        <a:t>S. 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i="0">
                          <a:solidFill>
                            <a:schemeClr val="dk1"/>
                          </a:solidFill>
                          <a:latin typeface="Times New Roman"/>
                          <a:ea typeface="Times New Roman"/>
                          <a:cs typeface="Times New Roman"/>
                        </a:rPr>
                        <a:t>Parameter</a:t>
                      </a:r>
                      <a:endParaRPr sz="1800" b="1">
                        <a:solidFill>
                          <a:sysClr val="windowText" lastClr="000000"/>
                        </a:solidFill>
                        <a:latin typeface="Times New Roman"/>
                        <a:ea typeface="Times New Roman"/>
                        <a:cs typeface="Times New Roman"/>
                      </a:endParaRP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Existing Procedure</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Proposed Procedure</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Reason/ Justification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085987">
                <a:tc>
                  <a:txBody>
                    <a:bodyPr/>
                    <a:lstStyle/>
                    <a:p>
                      <a:pPr marL="268288" marR="0" indent="-268288" algn="l" defTabSz="914400">
                        <a:lnSpc>
                          <a:spcPct val="100000"/>
                        </a:lnSpc>
                        <a:spcBef>
                          <a:spcPts val="0"/>
                        </a:spcBef>
                        <a:spcAft>
                          <a:spcPts val="0"/>
                        </a:spcAft>
                        <a:buClrTx/>
                        <a:buSzTx/>
                        <a:buFontTx/>
                        <a:buNone/>
                      </a:pPr>
                      <a:r>
                        <a:rPr sz="1600">
                          <a:solidFill>
                            <a:schemeClr val="tx1"/>
                          </a:solidFill>
                          <a:latin typeface="Times New Roman"/>
                          <a:ea typeface="Times New Roman"/>
                          <a:cs typeface="Times New Roman"/>
                        </a:rPr>
                        <a:t>4. </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indent="0" algn="just" defTabSz="914400">
                        <a:lnSpc>
                          <a:spcPct val="100000"/>
                        </a:lnSpc>
                        <a:spcBef>
                          <a:spcPts val="0"/>
                        </a:spcBef>
                        <a:spcAft>
                          <a:spcPts val="0"/>
                        </a:spcAft>
                        <a:buClrTx/>
                        <a:buSzTx/>
                        <a:buFontTx/>
                        <a:buNone/>
                      </a:pPr>
                      <a:r>
                        <a:rPr sz="1600" b="1">
                          <a:solidFill>
                            <a:sysClr val="windowText" lastClr="000000"/>
                          </a:solidFill>
                          <a:latin typeface="Times New Roman"/>
                          <a:ea typeface="Times New Roman"/>
                          <a:cs typeface="Times New Roman"/>
                        </a:rPr>
                        <a:t>Determination of purity as Na</a:t>
                      </a:r>
                      <a:r>
                        <a:rPr sz="1600" b="1">
                          <a:solidFill>
                            <a:sysClr val="windowText" lastClr="000000"/>
                          </a:solidFill>
                          <a:latin typeface="Times New Roman"/>
                          <a:ea typeface="Times New Roman"/>
                          <a:cs typeface="Times New Roman"/>
                        </a:rPr>
                        <a:t>2</a:t>
                      </a:r>
                      <a:r>
                        <a:rPr sz="1600" b="1">
                          <a:solidFill>
                            <a:sysClr val="windowText" lastClr="000000"/>
                          </a:solidFill>
                          <a:latin typeface="Times New Roman"/>
                          <a:ea typeface="Times New Roman"/>
                          <a:cs typeface="Times New Roman"/>
                        </a:rPr>
                        <a:t>CO</a:t>
                      </a:r>
                      <a:r>
                        <a:rPr sz="1600" b="1">
                          <a:solidFill>
                            <a:sysClr val="windowText" lastClr="000000"/>
                          </a:solidFill>
                          <a:latin typeface="Times New Roman"/>
                          <a:ea typeface="Times New Roman"/>
                          <a:cs typeface="Times New Roman"/>
                        </a:rPr>
                        <a:t>3</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just">
                        <a:buNone/>
                      </a:pPr>
                      <a:r>
                        <a:rPr sz="1600" b="0" i="0">
                          <a:solidFill>
                            <a:schemeClr val="dk1"/>
                          </a:solidFill>
                          <a:latin typeface="Times New Roman"/>
                          <a:ea typeface="Times New Roman"/>
                          <a:cs typeface="Times New Roman"/>
                        </a:rPr>
                        <a:t>Weigh accurately about 1.0 gm of dry soda ash. Transfer it completely to a 500 ml. conical flask and dissolve it in 100 ml. of distilled water. Add 4 drops of methyl orange indicator solution and titrate with standard sulphuric acid (1N) to a distinct red colour.</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0" i="0">
                          <a:solidFill>
                            <a:schemeClr val="dk1"/>
                          </a:solidFill>
                          <a:latin typeface="Times New Roman"/>
                          <a:ea typeface="Times New Roman"/>
                          <a:cs typeface="Times New Roman"/>
                        </a:rPr>
                        <a:t>Weigh accurately about 1.0 gm of dry soda ash </a:t>
                      </a:r>
                      <a:r>
                        <a:rPr sz="1600" b="1" i="0">
                          <a:solidFill>
                            <a:schemeClr val="dk1"/>
                          </a:solidFill>
                          <a:latin typeface="Times New Roman"/>
                          <a:ea typeface="Times New Roman"/>
                          <a:cs typeface="Times New Roman"/>
                        </a:rPr>
                        <a:t>as obtained after determination of Volatile Matter in Sl. No. 3</a:t>
                      </a:r>
                      <a:r>
                        <a:rPr sz="1600" b="0" i="0">
                          <a:solidFill>
                            <a:schemeClr val="dk1"/>
                          </a:solidFill>
                          <a:latin typeface="Times New Roman"/>
                          <a:ea typeface="Times New Roman"/>
                          <a:cs typeface="Times New Roman"/>
                        </a:rPr>
                        <a:t>. Transfer it completely to a 500 ml. conical flask and dissolve it in 100 ml. of distilled water. Add 4 drops of methyl orange indicator solution and titrate with standard sulphuric acid (1N) to a distinct red colour. </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0" i="0">
                          <a:solidFill>
                            <a:schemeClr val="dk1"/>
                          </a:solidFill>
                          <a:latin typeface="Times New Roman"/>
                          <a:ea typeface="Times New Roman"/>
                          <a:cs typeface="Times New Roman"/>
                        </a:rPr>
                        <a:t>For Clarity and uniformity in the </a:t>
                      </a:r>
                      <a:r>
                        <a:rPr sz="1600" b="0" i="0">
                          <a:solidFill>
                            <a:schemeClr val="dk1"/>
                          </a:solidFill>
                          <a:latin typeface="Times New Roman"/>
                          <a:ea typeface="Times New Roman"/>
                          <a:cs typeface="Times New Roman"/>
                        </a:rPr>
                        <a:t>specification</a:t>
                      </a:r>
                      <a:r>
                        <a:rPr sz="1600" b="0" i="0">
                          <a:solidFill>
                            <a:schemeClr val="dk1"/>
                          </a:solidFill>
                          <a:latin typeface="Times New Roman"/>
                          <a:ea typeface="Times New Roman"/>
                          <a:cs typeface="Times New Roman"/>
                        </a:rPr>
                        <a:t> and procedure.</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190849566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A3C8F6C5-7CB9-427F-8072-BB08FCF53B05}"/>
              </a:ext>
            </a:extLst>
          </p:cNvPr>
          <p:cNvSpPr>
            <a:spLocks xmlns:a="http://schemas.openxmlformats.org/drawingml/2006/main" noGrp="1"/>
          </p:cNvSpPr>
          <p:nvPr/>
        </p:nvSpPr>
        <p:spPr>
          <a:xfrm xmlns:a="http://schemas.openxmlformats.org/drawingml/2006/main">
            <a:off x="1293812" y="0"/>
            <a:ext cx="86106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Modification in Standard Test Procedure of LTSOBM (ONGC / DFC / 86-89 / 2026) &amp; WBM (ONGC / DFC / 90-104 / 2026)</a:t>
            </a:r>
          </a:p>
        </p:txBody>
      </p:sp>
      <p:graphicFrame>
        <p:nvGraphicFramePr>
          <p:cNvPr id="8" name="Table 2"/>
          <p:cNvGraphicFramePr/>
          <p:nvPr/>
        </p:nvGraphicFramePr>
        <p:xfrm>
          <a:off xmlns:a="http://schemas.openxmlformats.org/drawingml/2006/main" x="227288" y="871499"/>
          <a:ext xmlns:a="http://schemas.openxmlformats.org/drawingml/2006/main" cx="11582125" cy="5453101"/>
        </p:xfrm>
        <a:graphic xmlns:a="http://schemas.openxmlformats.org/drawingml/2006/main">
          <a:graphicData uri="http://schemas.openxmlformats.org/drawingml/2006/table">
            <a:tbl>
              <a:tblPr firstRow="1" bandRow="1">
                <a:tableStyleId>{5C22544A-7EE6-4342-B048-85BDC9FD1C3A}</a:tableStyleId>
              </a:tblPr>
              <a:tblGrid>
                <a:gridCol w="609324"/>
                <a:gridCol w="1295400"/>
                <a:gridCol w="3429000"/>
                <a:gridCol w="4038600"/>
                <a:gridCol w="2209801"/>
              </a:tblGrid>
              <a:tr h="491917">
                <a:tc>
                  <a:txBody>
                    <a:bodyPr/>
                    <a:lstStyle/>
                    <a:p>
                      <a:pPr algn="ctr">
                        <a:buNone/>
                      </a:pPr>
                      <a:r>
                        <a:rPr sz="1600" b="1">
                          <a:solidFill>
                            <a:sysClr val="windowText" lastClr="000000"/>
                          </a:solidFill>
                          <a:latin typeface="Times New Roman"/>
                          <a:ea typeface="Times New Roman"/>
                          <a:cs typeface="Times New Roman"/>
                        </a:rPr>
                        <a:t>S. 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i="0">
                          <a:solidFill>
                            <a:schemeClr val="dk1"/>
                          </a:solidFill>
                          <a:latin typeface="Times New Roman"/>
                          <a:ea typeface="Times New Roman"/>
                          <a:cs typeface="Times New Roman"/>
                        </a:rPr>
                        <a:t>Parameter</a:t>
                      </a:r>
                      <a:endParaRPr sz="1800" b="1">
                        <a:solidFill>
                          <a:sysClr val="windowText" lastClr="000000"/>
                        </a:solidFill>
                        <a:latin typeface="Times New Roman"/>
                        <a:ea typeface="Times New Roman"/>
                        <a:cs typeface="Times New Roman"/>
                      </a:endParaRP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Existing Procedure</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Proposed Procedure</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Reason/ Justification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667386">
                <a:tc>
                  <a:txBody>
                    <a:bodyPr/>
                    <a:lstStyle/>
                    <a:p>
                      <a:pPr marL="0" marR="0" indent="0" algn="l" defTabSz="914400">
                        <a:lnSpc>
                          <a:spcPct val="100000"/>
                        </a:lnSpc>
                        <a:spcBef>
                          <a:spcPts val="0"/>
                        </a:spcBef>
                        <a:spcAft>
                          <a:spcPts val="0"/>
                        </a:spcAft>
                        <a:buClrTx/>
                        <a:buSzTx/>
                        <a:buFontTx/>
                        <a:buNone/>
                        <a:tabLst>
                          <a:tab pos="228600" algn="l"/>
                        </a:tabLst>
                      </a:pPr>
                      <a:r>
                        <a:rPr sz="1600">
                          <a:solidFill>
                            <a:schemeClr val="tx1"/>
                          </a:solidFill>
                          <a:latin typeface="Times New Roman"/>
                          <a:ea typeface="Times New Roman"/>
                          <a:cs typeface="Times New Roman"/>
                        </a:rPr>
                        <a:t>4.7/ 4.8</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indent="0" algn="just" defTabSz="914400">
                        <a:lnSpc>
                          <a:spcPct val="100000"/>
                        </a:lnSpc>
                        <a:spcBef>
                          <a:spcPts val="0"/>
                        </a:spcBef>
                        <a:spcAft>
                          <a:spcPts val="0"/>
                        </a:spcAft>
                        <a:buClrTx/>
                        <a:buSzTx/>
                        <a:buFontTx/>
                        <a:buNone/>
                      </a:pPr>
                      <a:r>
                        <a:rPr sz="1600" b="1">
                          <a:solidFill>
                            <a:sysClr val="windowText" lastClr="000000"/>
                          </a:solidFill>
                          <a:latin typeface="Times New Roman"/>
                          <a:ea typeface="Times New Roman"/>
                          <a:cs typeface="Times New Roman"/>
                        </a:rPr>
                        <a:t>HTHP Filtration Loss</a:t>
                      </a:r>
                      <a:endParaRPr sz="1600" b="1" baseline="-25000">
                        <a:solidFill>
                          <a:sysClr val="windowText" lastClr="000000"/>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342900" indent="-342900" algn="just">
                        <a:buAutoNum type="arabicPeriod"/>
                      </a:pPr>
                      <a:r>
                        <a:rPr sz="1600" b="0" i="0">
                          <a:solidFill>
                            <a:schemeClr val="dk1"/>
                          </a:solidFill>
                          <a:latin typeface="Times New Roman"/>
                          <a:ea typeface="Times New Roman"/>
                          <a:cs typeface="Times New Roman"/>
                        </a:rPr>
                        <a:t>Arrange the HTHP cell assembly and ensure that the O-ring to be used are in good condition. </a:t>
                      </a:r>
                    </a:p>
                    <a:p>
                      <a:pPr marL="342900" indent="-342900" algn="just">
                        <a:buAutoNum type="arabicPeriod"/>
                      </a:pPr>
                      <a:r>
                        <a:rPr sz="1600" b="0" i="0">
                          <a:solidFill>
                            <a:schemeClr val="dk1"/>
                          </a:solidFill>
                          <a:latin typeface="Times New Roman"/>
                          <a:ea typeface="Times New Roman"/>
                          <a:cs typeface="Times New Roman"/>
                        </a:rPr>
                        <a:t>Preheat the jacket about 10</a:t>
                      </a:r>
                      <a:r>
                        <a:rPr sz="1600" b="0" i="0">
                          <a:solidFill>
                            <a:schemeClr val="dk1"/>
                          </a:solidFill>
                          <a:latin typeface="Times New Roman"/>
                          <a:ea typeface="Times New Roman"/>
                          <a:cs typeface="Times New Roman"/>
                        </a:rPr>
                        <a:t>0</a:t>
                      </a:r>
                      <a:r>
                        <a:rPr sz="1600" b="0" i="0">
                          <a:solidFill>
                            <a:schemeClr val="dk1"/>
                          </a:solidFill>
                          <a:latin typeface="Times New Roman"/>
                          <a:ea typeface="Times New Roman"/>
                          <a:cs typeface="Times New Roman"/>
                        </a:rPr>
                        <a:t>F above the required temperature (or as per ONGC‘s scope of work) </a:t>
                      </a:r>
                    </a:p>
                    <a:p>
                      <a:pPr marL="342900" indent="-342900" algn="just">
                        <a:buAutoNum type="arabicPeriod"/>
                      </a:pPr>
                      <a:r>
                        <a:rPr sz="1600" b="0" i="0">
                          <a:solidFill>
                            <a:schemeClr val="dk1"/>
                          </a:solidFill>
                          <a:latin typeface="Times New Roman"/>
                          <a:ea typeface="Times New Roman"/>
                          <a:cs typeface="Times New Roman"/>
                        </a:rPr>
                        <a:t>Mix mud with HBM at high speed (22000 rpm) for 5 minutes before pouring in HTHP cell. </a:t>
                      </a:r>
                      <a:r>
                        <a:rPr sz="1600" b="1" i="0">
                          <a:solidFill>
                            <a:schemeClr val="dk1"/>
                          </a:solidFill>
                          <a:latin typeface="Times New Roman"/>
                          <a:ea typeface="Times New Roman"/>
                          <a:cs typeface="Times New Roman"/>
                        </a:rPr>
                        <a:t>Fill about 2/3rd of the cell with the fluid to be tested. </a:t>
                      </a:r>
                    </a:p>
                    <a:p>
                      <a:pPr marL="342900" indent="-342900" algn="just">
                        <a:buAutoNum type="arabicPeriod"/>
                      </a:pPr>
                      <a:r>
                        <a:rPr sz="1600" b="0" i="0">
                          <a:solidFill>
                            <a:schemeClr val="dk1"/>
                          </a:solidFill>
                          <a:latin typeface="Times New Roman"/>
                          <a:ea typeface="Times New Roman"/>
                          <a:cs typeface="Times New Roman"/>
                        </a:rPr>
                        <a:t>Place a special hardened 2.5” (6.3 cm.) diameter filter paper followed by screen. </a:t>
                      </a:r>
                    </a:p>
                    <a:p>
                      <a:pPr marL="342900" indent="-342900" algn="just">
                        <a:buAutoNum type="arabicPeriod"/>
                      </a:pPr>
                      <a:r>
                        <a:rPr sz="1600" b="1" i="0">
                          <a:solidFill>
                            <a:schemeClr val="dk1"/>
                          </a:solidFill>
                          <a:latin typeface="Times New Roman"/>
                          <a:ea typeface="Times New Roman"/>
                          <a:cs typeface="Times New Roman"/>
                        </a:rPr>
                        <a:t>Fix the cell in the jacket and apply a pressure of 300 psi at the top. A back pressure of 100 psi can be applied and</a:t>
                      </a:r>
                      <a:r>
                        <a:rPr sz="1600" b="0" i="0">
                          <a:solidFill>
                            <a:schemeClr val="dk1"/>
                          </a:solidFill>
                          <a:latin typeface="Times New Roman"/>
                          <a:ea typeface="Times New Roman"/>
                          <a:cs typeface="Times New Roman"/>
                        </a:rPr>
                        <a:t> kept till the designated temperature is attained.</a:t>
                      </a:r>
                    </a:p>
                    <a:p>
                      <a:pPr algn="just">
                        <a:buNone/>
                      </a:pPr>
                      <a:endParaRPr sz="16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342900" indent="-342900" algn="just">
                        <a:buAutoNum type="arabicPeriod"/>
                      </a:pPr>
                      <a:r>
                        <a:rPr sz="1600" b="0" i="0">
                          <a:solidFill>
                            <a:schemeClr val="dk1"/>
                          </a:solidFill>
                          <a:latin typeface="Times New Roman"/>
                          <a:ea typeface="Times New Roman"/>
                          <a:cs typeface="Times New Roman"/>
                        </a:rPr>
                        <a:t>Arrange the HTHP cell assembly and ensure that the O-ring to be used are in good condition. </a:t>
                      </a:r>
                    </a:p>
                    <a:p>
                      <a:pPr marL="342900" indent="-342900" algn="just">
                        <a:buAutoNum type="arabicPeriod"/>
                      </a:pPr>
                      <a:r>
                        <a:rPr sz="1600" b="0" i="0">
                          <a:solidFill>
                            <a:schemeClr val="dk1"/>
                          </a:solidFill>
                          <a:latin typeface="Times New Roman"/>
                          <a:ea typeface="Times New Roman"/>
                          <a:cs typeface="Times New Roman"/>
                        </a:rPr>
                        <a:t>Preheat the jacket about 10</a:t>
                      </a:r>
                      <a:r>
                        <a:rPr sz="1600" b="0" i="0">
                          <a:solidFill>
                            <a:schemeClr val="dk1"/>
                          </a:solidFill>
                          <a:latin typeface="Times New Roman"/>
                          <a:ea typeface="Times New Roman"/>
                          <a:cs typeface="Times New Roman"/>
                        </a:rPr>
                        <a:t>0</a:t>
                      </a:r>
                      <a:r>
                        <a:rPr sz="1600" b="0" i="0">
                          <a:solidFill>
                            <a:schemeClr val="dk1"/>
                          </a:solidFill>
                          <a:latin typeface="Times New Roman"/>
                          <a:ea typeface="Times New Roman"/>
                          <a:cs typeface="Times New Roman"/>
                        </a:rPr>
                        <a:t>F above the required temperature (or as per ONGC‘s scope of work) </a:t>
                      </a:r>
                    </a:p>
                    <a:p>
                      <a:pPr marL="342900" indent="-342900" algn="just">
                        <a:buAutoNum type="arabicPeriod"/>
                      </a:pPr>
                      <a:r>
                        <a:rPr sz="1600" b="0" i="0">
                          <a:solidFill>
                            <a:schemeClr val="dk1"/>
                          </a:solidFill>
                          <a:latin typeface="Times New Roman"/>
                          <a:ea typeface="Times New Roman"/>
                          <a:cs typeface="Times New Roman"/>
                        </a:rPr>
                        <a:t>Mix mud with HBM at high speed (22000 rpm) for 5 minutes before pouring in HTHP cell. </a:t>
                      </a:r>
                      <a:r>
                        <a:rPr sz="1600" b="1" i="0">
                          <a:solidFill>
                            <a:schemeClr val="dk1"/>
                          </a:solidFill>
                          <a:latin typeface="Times New Roman"/>
                          <a:ea typeface="Times New Roman"/>
                          <a:cs typeface="Times New Roman"/>
                        </a:rPr>
                        <a:t>Pour the fluid sample into the filter cell, leaving at least a 2.5 cm (1 in.) space in the cell to allow for fluid expansion. </a:t>
                      </a:r>
                    </a:p>
                    <a:p>
                      <a:pPr marL="342900" indent="-342900" algn="just">
                        <a:buAutoNum type="arabicPeriod"/>
                      </a:pPr>
                      <a:r>
                        <a:rPr sz="1600" b="0" i="0">
                          <a:solidFill>
                            <a:schemeClr val="dk1"/>
                          </a:solidFill>
                          <a:latin typeface="Times New Roman"/>
                          <a:ea typeface="Times New Roman"/>
                          <a:cs typeface="Times New Roman"/>
                        </a:rPr>
                        <a:t>Place a special hardened 2.5” (6.3 cm.) diameter filter paper followed by screen. </a:t>
                      </a:r>
                    </a:p>
                    <a:p>
                      <a:pPr marL="342900" indent="-342900" algn="just">
                        <a:buAutoNum type="arabicPeriod"/>
                      </a:pPr>
                      <a:r>
                        <a:rPr sz="1600" b="1" i="0">
                          <a:solidFill>
                            <a:schemeClr val="dk1"/>
                          </a:solidFill>
                          <a:latin typeface="Times New Roman"/>
                          <a:ea typeface="Times New Roman"/>
                          <a:cs typeface="Times New Roman"/>
                        </a:rPr>
                        <a:t>Fix the cell in the jacket and apply a pressure of 100 psi at the top </a:t>
                      </a:r>
                      <a:r>
                        <a:rPr sz="1600" b="0" i="0">
                          <a:solidFill>
                            <a:schemeClr val="dk1"/>
                          </a:solidFill>
                          <a:latin typeface="Times New Roman"/>
                          <a:ea typeface="Times New Roman"/>
                          <a:cs typeface="Times New Roman"/>
                        </a:rPr>
                        <a:t>and kept till the designated temperature is attained.</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0" i="0">
                          <a:solidFill>
                            <a:schemeClr val="dk1"/>
                          </a:solidFill>
                          <a:latin typeface="Times New Roman"/>
                          <a:ea typeface="Times New Roman"/>
                          <a:cs typeface="Times New Roman"/>
                        </a:rPr>
                        <a:t>Adopted from API 13 B1 &amp; B2.</a:t>
                      </a:r>
                      <a:endParaRPr sz="1600" b="0" i="0" kern="1200" baseline="0">
                        <a:solidFill>
                          <a:schemeClr val="dk1"/>
                        </a:solidFill>
                        <a:latin typeface="Times New Roman"/>
                        <a:ea typeface="Times New Roman"/>
                        <a:cs typeface="Times New Roman"/>
                      </a:endParaRPr>
                    </a:p>
                    <a:p>
                      <a:pPr marL="0" indent="0" algn="just">
                        <a:buNone/>
                      </a:pPr>
                      <a:endParaRPr sz="1600" b="0" i="0" kern="1200" baseline="0">
                        <a:solidFill>
                          <a:schemeClr val="dk1"/>
                        </a:solidFill>
                        <a:latin typeface="Times New Roman"/>
                        <a:ea typeface="Times New Roman"/>
                        <a:cs typeface="Times New Roman"/>
                      </a:endParaRPr>
                    </a:p>
                    <a:p>
                      <a:pPr marL="0" indent="0" algn="just">
                        <a:buNone/>
                      </a:pPr>
                      <a:endParaRPr sz="16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369805789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363C320E-3687-7D46-1128-BB0A4E84A3E8}"/>
              </a:ext>
            </a:extLst>
          </p:cNvPr>
          <p:cNvSpPr>
            <a:spLocks xmlns:a="http://schemas.openxmlformats.org/drawingml/2006/main" noGrp="1"/>
          </p:cNvSpPr>
          <p:nvPr/>
        </p:nvSpPr>
        <p:spPr>
          <a:xfrm xmlns:a="http://schemas.openxmlformats.org/drawingml/2006/main">
            <a:off x="1293812" y="0"/>
            <a:ext cx="86106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Modification in Standard Test Procedure of LTSOBM (ONGC / DFC / 86-89 / 2026) &amp; WBM (ONGC / DFC / 90-104 / 2026)</a:t>
            </a:r>
          </a:p>
        </p:txBody>
      </p:sp>
      <p:graphicFrame>
        <p:nvGraphicFramePr>
          <p:cNvPr id="8" name="Table 2"/>
          <p:cNvGraphicFramePr/>
          <p:nvPr/>
        </p:nvGraphicFramePr>
        <p:xfrm>
          <a:off xmlns:a="http://schemas.openxmlformats.org/drawingml/2006/main" x="227288" y="871499"/>
          <a:ext xmlns:a="http://schemas.openxmlformats.org/drawingml/2006/main" cx="11582125" cy="5159303"/>
        </p:xfrm>
        <a:graphic xmlns:a="http://schemas.openxmlformats.org/drawingml/2006/main">
          <a:graphicData uri="http://schemas.openxmlformats.org/drawingml/2006/table">
            <a:tbl>
              <a:tblPr firstRow="1" bandRow="1">
                <a:tableStyleId>{5C22544A-7EE6-4342-B048-85BDC9FD1C3A}</a:tableStyleId>
              </a:tblPr>
              <a:tblGrid>
                <a:gridCol w="609324"/>
                <a:gridCol w="1295400"/>
                <a:gridCol w="3429000"/>
                <a:gridCol w="4038600"/>
                <a:gridCol w="2209801"/>
              </a:tblGrid>
              <a:tr h="491917">
                <a:tc>
                  <a:txBody>
                    <a:bodyPr/>
                    <a:lstStyle/>
                    <a:p>
                      <a:pPr algn="ctr">
                        <a:buNone/>
                      </a:pPr>
                      <a:r>
                        <a:rPr sz="1600" b="1">
                          <a:solidFill>
                            <a:sysClr val="windowText" lastClr="000000"/>
                          </a:solidFill>
                          <a:latin typeface="Times New Roman"/>
                          <a:ea typeface="Times New Roman"/>
                          <a:cs typeface="Times New Roman"/>
                        </a:rPr>
                        <a:t>S. 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i="0">
                          <a:solidFill>
                            <a:schemeClr val="dk1"/>
                          </a:solidFill>
                          <a:latin typeface="Times New Roman"/>
                          <a:ea typeface="Times New Roman"/>
                          <a:cs typeface="Times New Roman"/>
                        </a:rPr>
                        <a:t>Parameter</a:t>
                      </a:r>
                      <a:endParaRPr sz="1800" b="1">
                        <a:solidFill>
                          <a:sysClr val="windowText" lastClr="000000"/>
                        </a:solidFill>
                        <a:latin typeface="Times New Roman"/>
                        <a:ea typeface="Times New Roman"/>
                        <a:cs typeface="Times New Roman"/>
                      </a:endParaRP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Existing Procedure</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Proposed Procedure</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Reason/ Justification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667386">
                <a:tc>
                  <a:txBody>
                    <a:bodyPr/>
                    <a:lstStyle/>
                    <a:p>
                      <a:pPr marL="0" marR="0" indent="0" algn="l" defTabSz="914400">
                        <a:lnSpc>
                          <a:spcPct val="100000"/>
                        </a:lnSpc>
                        <a:spcBef>
                          <a:spcPts val="0"/>
                        </a:spcBef>
                        <a:spcAft>
                          <a:spcPts val="0"/>
                        </a:spcAft>
                        <a:buClrTx/>
                        <a:buSzTx/>
                        <a:buFontTx/>
                        <a:buNone/>
                        <a:tabLst>
                          <a:tab pos="228600" algn="l"/>
                        </a:tabLst>
                      </a:pPr>
                      <a:r>
                        <a:rPr sz="1600">
                          <a:solidFill>
                            <a:schemeClr val="tx1"/>
                          </a:solidFill>
                          <a:latin typeface="Times New Roman"/>
                          <a:ea typeface="Times New Roman"/>
                          <a:cs typeface="Times New Roman"/>
                        </a:rPr>
                        <a:t>4.7/ 4.8</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indent="0" algn="just" defTabSz="914400">
                        <a:lnSpc>
                          <a:spcPct val="100000"/>
                        </a:lnSpc>
                        <a:spcBef>
                          <a:spcPts val="0"/>
                        </a:spcBef>
                        <a:spcAft>
                          <a:spcPts val="0"/>
                        </a:spcAft>
                        <a:buClrTx/>
                        <a:buSzTx/>
                        <a:buFontTx/>
                        <a:buNone/>
                      </a:pPr>
                      <a:r>
                        <a:rPr sz="1600" b="1">
                          <a:solidFill>
                            <a:sysClr val="windowText" lastClr="000000"/>
                          </a:solidFill>
                          <a:latin typeface="Times New Roman"/>
                          <a:ea typeface="Times New Roman"/>
                          <a:cs typeface="Times New Roman"/>
                        </a:rPr>
                        <a:t>HTHP Filtration Loss</a:t>
                      </a:r>
                      <a:endParaRPr sz="1600" b="1" baseline="-25000">
                        <a:solidFill>
                          <a:sysClr val="windowText" lastClr="000000"/>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342900" indent="-342900" algn="just">
                        <a:buFont typeface="+mj-lt"/>
                        <a:buAutoNum type="arabicPeriod" startAt="6"/>
                      </a:pPr>
                      <a:r>
                        <a:rPr sz="1600" b="0" i="0">
                          <a:solidFill>
                            <a:schemeClr val="dk1"/>
                          </a:solidFill>
                          <a:latin typeface="Times New Roman"/>
                          <a:ea typeface="Times New Roman"/>
                          <a:cs typeface="Times New Roman"/>
                        </a:rPr>
                        <a:t>As soon as the test temperature is reached, increase the pressure at the top valve to 600 psi to get a differential pressure of 500 psi across the cell. </a:t>
                      </a:r>
                      <a:endParaRPr sz="16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342900" indent="-342900" algn="just">
                        <a:buFont typeface="+mj-lt"/>
                        <a:buAutoNum type="arabicPeriod" startAt="6"/>
                      </a:pPr>
                      <a:r>
                        <a:rPr sz="1600" b="0" i="0">
                          <a:solidFill>
                            <a:schemeClr val="dk1"/>
                          </a:solidFill>
                          <a:latin typeface="Times New Roman"/>
                          <a:ea typeface="Times New Roman"/>
                          <a:cs typeface="Times New Roman"/>
                        </a:rPr>
                        <a:t>As soon as the test temperature is reached, </a:t>
                      </a:r>
                      <a:r>
                        <a:rPr sz="1600" b="1" i="0">
                          <a:solidFill>
                            <a:schemeClr val="dk1"/>
                          </a:solidFill>
                          <a:latin typeface="Times New Roman"/>
                          <a:ea typeface="Times New Roman"/>
                          <a:cs typeface="Times New Roman"/>
                        </a:rPr>
                        <a:t>apply the 100 psi back pressure</a:t>
                      </a:r>
                      <a:r>
                        <a:rPr sz="1600" b="0" i="0">
                          <a:solidFill>
                            <a:schemeClr val="dk1"/>
                          </a:solidFill>
                          <a:latin typeface="Times New Roman"/>
                          <a:ea typeface="Times New Roman"/>
                          <a:cs typeface="Times New Roman"/>
                        </a:rPr>
                        <a:t> </a:t>
                      </a:r>
                      <a:r>
                        <a:rPr sz="1600" b="1" i="0">
                          <a:solidFill>
                            <a:schemeClr val="dk1"/>
                          </a:solidFill>
                          <a:latin typeface="Times New Roman"/>
                          <a:ea typeface="Times New Roman"/>
                          <a:cs typeface="Times New Roman"/>
                        </a:rPr>
                        <a:t>and</a:t>
                      </a:r>
                      <a:r>
                        <a:rPr sz="1600" b="0" i="0">
                          <a:solidFill>
                            <a:schemeClr val="dk1"/>
                          </a:solidFill>
                          <a:latin typeface="Times New Roman"/>
                          <a:ea typeface="Times New Roman"/>
                          <a:cs typeface="Times New Roman"/>
                        </a:rPr>
                        <a:t> increase the pressure at the top valve to 600 psi to get a differential pressure of 500 psi across the cell.</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0" i="0">
                          <a:solidFill>
                            <a:schemeClr val="dk1"/>
                          </a:solidFill>
                          <a:latin typeface="Times New Roman"/>
                          <a:ea typeface="Times New Roman"/>
                          <a:cs typeface="Times New Roman"/>
                        </a:rPr>
                        <a:t>Adopted from API 13 B1 &amp; B2.</a:t>
                      </a:r>
                      <a:endParaRPr sz="1600" b="0" i="0" kern="1200" baseline="0">
                        <a:solidFill>
                          <a:schemeClr val="dk1"/>
                        </a:solidFill>
                        <a:latin typeface="Times New Roman"/>
                        <a:ea typeface="Times New Roman"/>
                        <a:cs typeface="Times New Roman"/>
                      </a:endParaRPr>
                    </a:p>
                    <a:p>
                      <a:pPr marL="0" indent="0" algn="just">
                        <a:buNone/>
                      </a:pPr>
                      <a:endParaRPr sz="1600" b="0" i="0" kern="1200" baseline="0">
                        <a:solidFill>
                          <a:schemeClr val="dk1"/>
                        </a:solidFill>
                        <a:latin typeface="Times New Roman"/>
                        <a:ea typeface="Times New Roman"/>
                        <a:cs typeface="Times New Roman"/>
                      </a:endParaRPr>
                    </a:p>
                    <a:p>
                      <a:pPr marL="0" indent="0" algn="just">
                        <a:buNone/>
                      </a:pPr>
                      <a:endParaRPr sz="16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139616062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20AF964-89A1-4FCB-B154-F7FF1128C93D}"/>
              </a:ext>
            </a:extLst>
          </p:cNvPr>
          <p:cNvSpPr>
            <a:spLocks xmlns:a="http://schemas.openxmlformats.org/drawingml/2006/main" noGrp="1"/>
          </p:cNvSpPr>
          <p:nvPr/>
        </p:nvSpPr>
        <p:spPr>
          <a:xfrm xmlns:a="http://schemas.openxmlformats.org/drawingml/2006/main">
            <a:off x="1293812" y="0"/>
            <a:ext cx="86106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Modification in Specification of LTSOBM </a:t>
            </a:r>
          </a:p>
          <a:p xmlns:a="http://schemas.openxmlformats.org/drawingml/2006/main">
            <a:pPr algn="ctr">
              <a:buNone/>
            </a:pPr>
            <a:r>
              <a:rPr sz="2400" b="1">
                <a:latin typeface="Times New Roman"/>
                <a:ea typeface="Times New Roman"/>
                <a:cs typeface="Times New Roman"/>
              </a:rPr>
              <a:t>(ONGC / DFC / 86-89 / 2026)</a:t>
            </a:r>
          </a:p>
        </p:txBody>
      </p:sp>
      <p:graphicFrame>
        <p:nvGraphicFramePr>
          <p:cNvPr id="8" name="Table 2"/>
          <p:cNvGraphicFramePr/>
          <p:nvPr/>
        </p:nvGraphicFramePr>
        <p:xfrm>
          <a:off xmlns:a="http://schemas.openxmlformats.org/drawingml/2006/main" x="684212" y="1143000"/>
          <a:ext xmlns:a="http://schemas.openxmlformats.org/drawingml/2006/main" cx="11125200" cy="1828800"/>
        </p:xfrm>
        <a:graphic xmlns:a="http://schemas.openxmlformats.org/drawingml/2006/main">
          <a:graphicData uri="http://schemas.openxmlformats.org/drawingml/2006/table">
            <a:tbl>
              <a:tblPr firstRow="1" bandRow="1">
                <a:tableStyleId>{5C22544A-7EE6-4342-B048-85BDC9FD1C3A}</a:tableStyleId>
              </a:tblPr>
              <a:tblGrid>
                <a:gridCol w="658990"/>
                <a:gridCol w="3708499"/>
                <a:gridCol w="4367788"/>
                <a:gridCol w="2389923"/>
              </a:tblGrid>
              <a:tr h="239756">
                <a:tc>
                  <a:txBody>
                    <a:bodyPr/>
                    <a:lstStyle/>
                    <a:p>
                      <a:pPr algn="ctr">
                        <a:buNone/>
                      </a:pPr>
                      <a:r>
                        <a:rPr sz="1600" b="1">
                          <a:solidFill>
                            <a:sysClr val="windowText" lastClr="000000"/>
                          </a:solidFill>
                          <a:latin typeface="Times New Roman"/>
                          <a:ea typeface="Times New Roman"/>
                          <a:cs typeface="Times New Roman"/>
                        </a:rPr>
                        <a:t>S. 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Existing Parameter</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Proposed Parameter</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a:solidFill>
                            <a:sysClr val="windowText" lastClr="000000"/>
                          </a:solidFill>
                          <a:latin typeface="Times New Roman"/>
                          <a:ea typeface="Times New Roman"/>
                          <a:cs typeface="Times New Roman"/>
                        </a:rPr>
                        <a:t>Reason/ Justification</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470096">
                <a:tc>
                  <a:txBody>
                    <a:bodyPr/>
                    <a:lstStyle/>
                    <a:p>
                      <a:pPr marL="0" marR="0" indent="0" algn="l" defTabSz="914400">
                        <a:lnSpc>
                          <a:spcPct val="100000"/>
                        </a:lnSpc>
                        <a:spcBef>
                          <a:spcPts val="0"/>
                        </a:spcBef>
                        <a:spcAft>
                          <a:spcPts val="0"/>
                        </a:spcAft>
                        <a:buClrTx/>
                        <a:buSzTx/>
                        <a:buFontTx/>
                        <a:buNone/>
                        <a:tabLst>
                          <a:tab pos="228600" algn="l"/>
                        </a:tabLst>
                      </a:pPr>
                      <a:r>
                        <a:rPr sz="1600">
                          <a:solidFill>
                            <a:schemeClr val="tx1"/>
                          </a:solidFill>
                          <a:latin typeface="Times New Roman"/>
                          <a:ea typeface="Times New Roman"/>
                          <a:cs typeface="Times New Roman"/>
                        </a:rPr>
                        <a:t>9.</a:t>
                      </a: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just">
                        <a:buNone/>
                      </a:pPr>
                      <a:r>
                        <a:rPr sz="1600" b="0" i="0">
                          <a:solidFill>
                            <a:schemeClr val="dk1"/>
                          </a:solidFill>
                          <a:latin typeface="Times New Roman"/>
                          <a:ea typeface="Times New Roman"/>
                          <a:cs typeface="Times New Roman"/>
                        </a:rPr>
                        <a:t>Emulsion Stability </a:t>
                      </a:r>
                      <a:r>
                        <a:rPr sz="1600" b="1" i="0">
                          <a:solidFill>
                            <a:schemeClr val="dk1"/>
                          </a:solidFill>
                          <a:latin typeface="Times New Roman"/>
                          <a:ea typeface="Times New Roman"/>
                          <a:cs typeface="Times New Roman"/>
                        </a:rPr>
                        <a:t>at 120±5°F</a:t>
                      </a:r>
                      <a:r>
                        <a:rPr sz="1600" b="0" i="0">
                          <a:solidFill>
                            <a:schemeClr val="dk1"/>
                          </a:solidFill>
                          <a:latin typeface="Times New Roman"/>
                          <a:ea typeface="Times New Roman"/>
                          <a:cs typeface="Times New Roman"/>
                        </a:rPr>
                        <a:t>, volts: 550 (Minimum)</a:t>
                      </a:r>
                      <a:endParaRPr sz="16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lvl="0" indent="0" algn="just" defTabSz="914126">
                        <a:lnSpc>
                          <a:spcPct val="100000"/>
                        </a:lnSpc>
                        <a:spcBef>
                          <a:spcPts val="0"/>
                        </a:spcBef>
                        <a:spcAft>
                          <a:spcPts val="0"/>
                        </a:spcAft>
                        <a:buClrTx/>
                        <a:buSzTx/>
                        <a:buFontTx/>
                        <a:buNone/>
                      </a:pPr>
                      <a:r>
                        <a:rPr sz="1600" b="0" i="0">
                          <a:solidFill>
                            <a:schemeClr val="dk1"/>
                          </a:solidFill>
                          <a:latin typeface="Times New Roman"/>
                          <a:ea typeface="Times New Roman"/>
                          <a:cs typeface="Times New Roman"/>
                        </a:rPr>
                        <a:t>Emulsion Stability </a:t>
                      </a:r>
                      <a:r>
                        <a:rPr sz="1600" b="1" i="0">
                          <a:solidFill>
                            <a:schemeClr val="dk1"/>
                          </a:solidFill>
                          <a:latin typeface="Times New Roman"/>
                          <a:ea typeface="Times New Roman"/>
                          <a:cs typeface="Times New Roman"/>
                        </a:rPr>
                        <a:t>at 120±4°F</a:t>
                      </a:r>
                      <a:r>
                        <a:rPr sz="1600" b="0" i="0">
                          <a:solidFill>
                            <a:schemeClr val="dk1"/>
                          </a:solidFill>
                          <a:latin typeface="Times New Roman"/>
                          <a:ea typeface="Times New Roman"/>
                          <a:cs typeface="Times New Roman"/>
                        </a:rPr>
                        <a:t>, volts: 550 (Minimum)</a:t>
                      </a:r>
                      <a:endParaRPr sz="1600" b="0" i="0" kern="1200" baseline="0">
                        <a:solidFill>
                          <a:schemeClr val="dk1"/>
                        </a:solidFill>
                        <a:latin typeface="Times New Roman"/>
                        <a:ea typeface="Times New Roman"/>
                        <a:cs typeface="Times New Roman"/>
                      </a:endParaRPr>
                    </a:p>
                    <a:p>
                      <a:pPr marL="342900" indent="-342900" algn="just">
                        <a:buAutoNum type="arabicPeriod"/>
                      </a:pPr>
                      <a:endParaRPr sz="16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indent="0" algn="just">
                        <a:buNone/>
                      </a:pPr>
                      <a:r>
                        <a:rPr sz="1600" b="0" i="0">
                          <a:solidFill>
                            <a:schemeClr val="dk1"/>
                          </a:solidFill>
                          <a:latin typeface="Times New Roman"/>
                          <a:ea typeface="Times New Roman"/>
                          <a:cs typeface="Times New Roman"/>
                        </a:rPr>
                        <a:t>Typographical error</a:t>
                      </a:r>
                      <a:endParaRPr sz="1600" b="0" i="0" kern="1200" baseline="0">
                        <a:solidFill>
                          <a:schemeClr val="dk1"/>
                        </a:solidFill>
                        <a:latin typeface="Times New Roman"/>
                        <a:ea typeface="Times New Roman"/>
                        <a:cs typeface="Times New Roman"/>
                      </a:endParaRPr>
                    </a:p>
                    <a:p>
                      <a:pPr marL="0" indent="0" algn="just">
                        <a:buNone/>
                      </a:pPr>
                      <a:endParaRPr sz="16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175394334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AE80DB2D-C18C-8D35-03EA-3985E5194FE6}"/>
              </a:ext>
            </a:extLst>
          </p:cNvPr>
          <p:cNvSpPr>
            <a:spLocks xmlns:a="http://schemas.openxmlformats.org/drawingml/2006/main" noGrp="1"/>
          </p:cNvSpPr>
          <p:nvPr/>
        </p:nvSpPr>
        <p:spPr>
          <a:xfrm xmlns:a="http://schemas.openxmlformats.org/drawingml/2006/main">
            <a:off x="1293812" y="0"/>
            <a:ext cx="86106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Inclusion of General Instruction for Pressurization of </a:t>
            </a:r>
          </a:p>
          <a:p xmlns:a="http://schemas.openxmlformats.org/drawingml/2006/main">
            <a:pPr algn="ctr">
              <a:buNone/>
            </a:pPr>
            <a:r>
              <a:rPr sz="2400" b="1">
                <a:latin typeface="Times New Roman"/>
                <a:ea typeface="Times New Roman"/>
                <a:cs typeface="Times New Roman"/>
              </a:rPr>
              <a:t>Aging Cell</a:t>
            </a:r>
            <a:endParaRPr sz="2400" b="1">
              <a:latin typeface="Times New Roman"/>
              <a:ea typeface="Times New Roman"/>
              <a:cs typeface="Times New Roman"/>
            </a:endParaRPr>
          </a:p>
        </p:txBody>
      </p:sp>
      <p:graphicFrame>
        <p:nvGraphicFramePr>
          <p:cNvPr id="8" name="Table 2"/>
          <p:cNvGraphicFramePr/>
          <p:nvPr/>
        </p:nvGraphicFramePr>
        <p:xfrm>
          <a:off xmlns:a="http://schemas.openxmlformats.org/drawingml/2006/main" x="684212" y="1143000"/>
          <a:ext xmlns:a="http://schemas.openxmlformats.org/drawingml/2006/main" cx="10896601" cy="3352800"/>
        </p:xfrm>
        <a:graphic xmlns:a="http://schemas.openxmlformats.org/drawingml/2006/main">
          <a:graphicData uri="http://schemas.openxmlformats.org/drawingml/2006/table">
            <a:tbl>
              <a:tblPr firstRow="1" bandRow="1">
                <a:tableStyleId>{5C22544A-7EE6-4342-B048-85BDC9FD1C3A}</a:tableStyleId>
              </a:tblPr>
              <a:tblGrid>
                <a:gridCol w="2501771"/>
                <a:gridCol w="2501771"/>
                <a:gridCol w="5893059"/>
              </a:tblGrid>
              <a:tr h="239756">
                <a:tc gridSpan="2">
                  <a:txBody>
                    <a:bodyPr/>
                    <a:lstStyle/>
                    <a:p>
                      <a:pPr algn="ctr">
                        <a:buNone/>
                      </a:pPr>
                      <a:r>
                        <a:rPr sz="1800" b="1">
                          <a:solidFill>
                            <a:sysClr val="windowText" lastClr="000000"/>
                          </a:solidFill>
                          <a:latin typeface="Times New Roman"/>
                          <a:ea typeface="Times New Roman"/>
                          <a:cs typeface="Times New Roman"/>
                        </a:rPr>
                        <a:t>Desired Aging Temperature</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xBody>
                    <a:bodyPr/>
                    <a:lstStyle/>
                    <a:p>
                      <a:endParaRPr/>
                    </a:p>
                  </a:txBody>
                  <a:tcPr marL="91440" marR="91440" marT="45720" marB="45720"/>
                </a:tc>
                <a:tc>
                  <a:txBody>
                    <a:bodyPr/>
                    <a:lstStyle/>
                    <a:p>
                      <a:pPr algn="ctr">
                        <a:buNone/>
                      </a:pPr>
                      <a:r>
                        <a:rPr sz="1800" b="1">
                          <a:solidFill>
                            <a:sysClr val="windowText" lastClr="000000"/>
                          </a:solidFill>
                          <a:latin typeface="Times New Roman"/>
                          <a:ea typeface="Times New Roman"/>
                          <a:cs typeface="Times New Roman"/>
                        </a:rPr>
                        <a:t>Applied Initial Pressure</a:t>
                      </a:r>
                    </a:p>
                  </a:txBody>
                  <a:tcPr marL="84384" marR="84384" marT="42192" marB="42192"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03296">
                <a:tc>
                  <a:txBody>
                    <a:bodyPr/>
                    <a:lstStyle/>
                    <a:p>
                      <a:pPr algn="ctr">
                        <a:buNone/>
                      </a:pPr>
                      <a:r>
                        <a:rPr sz="1800" b="1" i="0">
                          <a:solidFill>
                            <a:schemeClr val="dk1"/>
                          </a:solidFill>
                          <a:latin typeface="Times New Roman"/>
                          <a:ea typeface="Times New Roman"/>
                          <a:cs typeface="Times New Roman"/>
                        </a:rPr>
                        <a:t>o</a:t>
                      </a:r>
                      <a:r>
                        <a:rPr sz="1800" b="1" i="0">
                          <a:solidFill>
                            <a:schemeClr val="dk1"/>
                          </a:solidFill>
                          <a:latin typeface="Times New Roman"/>
                          <a:ea typeface="Times New Roman"/>
                          <a:cs typeface="Times New Roman"/>
                        </a:rPr>
                        <a:t>F</a:t>
                      </a:r>
                      <a:endParaRPr sz="1800" b="1"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1" i="0">
                          <a:solidFill>
                            <a:schemeClr val="dk1"/>
                          </a:solidFill>
                          <a:latin typeface="Times New Roman"/>
                          <a:ea typeface="Times New Roman"/>
                          <a:cs typeface="Times New Roman"/>
                        </a:rPr>
                        <a:t>o</a:t>
                      </a:r>
                      <a:r>
                        <a:rPr sz="1800" b="1" i="0">
                          <a:solidFill>
                            <a:schemeClr val="dk1"/>
                          </a:solidFill>
                          <a:latin typeface="Times New Roman"/>
                          <a:ea typeface="Times New Roman"/>
                          <a:cs typeface="Times New Roman"/>
                        </a:rPr>
                        <a:t>C</a:t>
                      </a:r>
                      <a:endParaRPr sz="1800" b="1"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lvl="0" indent="0" algn="ctr" defTabSz="914126">
                        <a:lnSpc>
                          <a:spcPct val="100000"/>
                        </a:lnSpc>
                        <a:spcBef>
                          <a:spcPts val="0"/>
                        </a:spcBef>
                        <a:spcAft>
                          <a:spcPts val="0"/>
                        </a:spcAft>
                        <a:buClrTx/>
                        <a:buSzTx/>
                        <a:buFontTx/>
                        <a:buNone/>
                      </a:pPr>
                      <a:r>
                        <a:rPr sz="1800" b="1" i="0">
                          <a:solidFill>
                            <a:schemeClr val="dk1"/>
                          </a:solidFill>
                          <a:latin typeface="Times New Roman"/>
                          <a:ea typeface="Times New Roman"/>
                          <a:cs typeface="Times New Roman"/>
                        </a:rPr>
                        <a:t>psi</a:t>
                      </a:r>
                      <a:endParaRPr sz="1800" b="1"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533400">
                <a:tc>
                  <a:txBody>
                    <a:bodyPr/>
                    <a:lstStyle/>
                    <a:p>
                      <a:pPr algn="ctr">
                        <a:buNone/>
                      </a:pPr>
                      <a:r>
                        <a:rPr sz="1800" b="0" i="0">
                          <a:solidFill>
                            <a:schemeClr val="dk1"/>
                          </a:solidFill>
                          <a:latin typeface="Times New Roman"/>
                          <a:ea typeface="Times New Roman"/>
                          <a:cs typeface="Times New Roman"/>
                        </a:rPr>
                        <a:t>212</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a:solidFill>
                            <a:schemeClr val="dk1"/>
                          </a:solidFill>
                          <a:latin typeface="Times New Roman"/>
                          <a:ea typeface="Times New Roman"/>
                          <a:cs typeface="Times New Roman"/>
                        </a:rPr>
                        <a:t>100</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lvl="0" indent="0" algn="ctr" defTabSz="914126">
                        <a:lnSpc>
                          <a:spcPct val="100000"/>
                        </a:lnSpc>
                        <a:spcBef>
                          <a:spcPts val="0"/>
                        </a:spcBef>
                        <a:spcAft>
                          <a:spcPts val="0"/>
                        </a:spcAft>
                        <a:buClrTx/>
                        <a:buSzTx/>
                        <a:buFontTx/>
                        <a:buNone/>
                      </a:pPr>
                      <a:r>
                        <a:rPr sz="1800" b="0" i="0">
                          <a:solidFill>
                            <a:schemeClr val="dk1"/>
                          </a:solidFill>
                          <a:latin typeface="Times New Roman"/>
                          <a:ea typeface="Times New Roman"/>
                          <a:cs typeface="Times New Roman"/>
                        </a:rPr>
                        <a:t>25</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57200">
                <a:tc>
                  <a:txBody>
                    <a:bodyPr/>
                    <a:lstStyle/>
                    <a:p>
                      <a:pPr algn="ctr">
                        <a:buNone/>
                      </a:pPr>
                      <a:r>
                        <a:rPr sz="1800" b="0" i="0">
                          <a:solidFill>
                            <a:schemeClr val="dk1"/>
                          </a:solidFill>
                          <a:latin typeface="Times New Roman"/>
                          <a:ea typeface="Times New Roman"/>
                          <a:cs typeface="Times New Roman"/>
                        </a:rPr>
                        <a:t>250</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a:solidFill>
                            <a:schemeClr val="dk1"/>
                          </a:solidFill>
                          <a:latin typeface="Times New Roman"/>
                          <a:ea typeface="Times New Roman"/>
                          <a:cs typeface="Times New Roman"/>
                        </a:rPr>
                        <a:t>121</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lvl="0" indent="0" algn="ctr" defTabSz="914126">
                        <a:lnSpc>
                          <a:spcPct val="100000"/>
                        </a:lnSpc>
                        <a:spcBef>
                          <a:spcPts val="0"/>
                        </a:spcBef>
                        <a:spcAft>
                          <a:spcPts val="0"/>
                        </a:spcAft>
                        <a:buClrTx/>
                        <a:buSzTx/>
                        <a:buFontTx/>
                        <a:buNone/>
                      </a:pPr>
                      <a:r>
                        <a:rPr sz="1800" b="0" i="0">
                          <a:solidFill>
                            <a:schemeClr val="dk1"/>
                          </a:solidFill>
                          <a:latin typeface="Times New Roman"/>
                          <a:ea typeface="Times New Roman"/>
                          <a:cs typeface="Times New Roman"/>
                        </a:rPr>
                        <a:t>50</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533400">
                <a:tc>
                  <a:txBody>
                    <a:bodyPr/>
                    <a:lstStyle/>
                    <a:p>
                      <a:pPr algn="ctr">
                        <a:buNone/>
                      </a:pPr>
                      <a:r>
                        <a:rPr sz="1800" b="0" i="0">
                          <a:solidFill>
                            <a:schemeClr val="dk1"/>
                          </a:solidFill>
                          <a:latin typeface="Times New Roman"/>
                          <a:ea typeface="Times New Roman"/>
                          <a:cs typeface="Times New Roman"/>
                        </a:rPr>
                        <a:t>300</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a:solidFill>
                            <a:schemeClr val="dk1"/>
                          </a:solidFill>
                          <a:latin typeface="Times New Roman"/>
                          <a:ea typeface="Times New Roman"/>
                          <a:cs typeface="Times New Roman"/>
                        </a:rPr>
                        <a:t>149</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lvl="0" indent="0" algn="ctr" defTabSz="914126">
                        <a:lnSpc>
                          <a:spcPct val="100000"/>
                        </a:lnSpc>
                        <a:spcBef>
                          <a:spcPts val="0"/>
                        </a:spcBef>
                        <a:spcAft>
                          <a:spcPts val="0"/>
                        </a:spcAft>
                        <a:buClrTx/>
                        <a:buSzTx/>
                        <a:buFontTx/>
                        <a:buNone/>
                      </a:pPr>
                      <a:r>
                        <a:rPr sz="1800" b="0" i="0">
                          <a:solidFill>
                            <a:schemeClr val="dk1"/>
                          </a:solidFill>
                          <a:latin typeface="Times New Roman"/>
                          <a:ea typeface="Times New Roman"/>
                          <a:cs typeface="Times New Roman"/>
                        </a:rPr>
                        <a:t>100</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533400">
                <a:tc>
                  <a:txBody>
                    <a:bodyPr/>
                    <a:lstStyle/>
                    <a:p>
                      <a:pPr algn="ctr">
                        <a:buNone/>
                      </a:pPr>
                      <a:r>
                        <a:rPr sz="1800" b="0" i="0">
                          <a:solidFill>
                            <a:schemeClr val="dk1"/>
                          </a:solidFill>
                          <a:latin typeface="Times New Roman"/>
                          <a:ea typeface="Times New Roman"/>
                          <a:cs typeface="Times New Roman"/>
                        </a:rPr>
                        <a:t>350</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a:solidFill>
                            <a:schemeClr val="dk1"/>
                          </a:solidFill>
                          <a:latin typeface="Times New Roman"/>
                          <a:ea typeface="Times New Roman"/>
                          <a:cs typeface="Times New Roman"/>
                        </a:rPr>
                        <a:t>177</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lvl="0" indent="0" algn="ctr" defTabSz="914126">
                        <a:lnSpc>
                          <a:spcPct val="100000"/>
                        </a:lnSpc>
                        <a:spcBef>
                          <a:spcPts val="0"/>
                        </a:spcBef>
                        <a:spcAft>
                          <a:spcPts val="0"/>
                        </a:spcAft>
                        <a:buClrTx/>
                        <a:buSzTx/>
                        <a:buFontTx/>
                        <a:buNone/>
                      </a:pPr>
                      <a:r>
                        <a:rPr sz="1800" b="0" i="0">
                          <a:solidFill>
                            <a:schemeClr val="dk1"/>
                          </a:solidFill>
                          <a:latin typeface="Times New Roman"/>
                          <a:ea typeface="Times New Roman"/>
                          <a:cs typeface="Times New Roman"/>
                        </a:rPr>
                        <a:t>150</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533400">
                <a:tc>
                  <a:txBody>
                    <a:bodyPr/>
                    <a:lstStyle/>
                    <a:p>
                      <a:pPr algn="ctr">
                        <a:buNone/>
                      </a:pPr>
                      <a:r>
                        <a:rPr sz="1800" b="0" i="0">
                          <a:solidFill>
                            <a:schemeClr val="dk1"/>
                          </a:solidFill>
                          <a:latin typeface="Times New Roman"/>
                          <a:ea typeface="Times New Roman"/>
                          <a:cs typeface="Times New Roman"/>
                        </a:rPr>
                        <a:t>400</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sz="1800" b="0" i="0">
                          <a:solidFill>
                            <a:schemeClr val="dk1"/>
                          </a:solidFill>
                          <a:latin typeface="Times New Roman"/>
                          <a:ea typeface="Times New Roman"/>
                          <a:cs typeface="Times New Roman"/>
                        </a:rPr>
                        <a:t>204</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marR="0" lvl="0" indent="0" algn="ctr" defTabSz="914126">
                        <a:lnSpc>
                          <a:spcPct val="100000"/>
                        </a:lnSpc>
                        <a:spcBef>
                          <a:spcPts val="0"/>
                        </a:spcBef>
                        <a:spcAft>
                          <a:spcPts val="0"/>
                        </a:spcAft>
                        <a:buClrTx/>
                        <a:buSzTx/>
                        <a:buFontTx/>
                        <a:buNone/>
                      </a:pPr>
                      <a:r>
                        <a:rPr sz="1800" b="0" i="0">
                          <a:solidFill>
                            <a:schemeClr val="dk1"/>
                          </a:solidFill>
                          <a:latin typeface="Times New Roman"/>
                          <a:ea typeface="Times New Roman"/>
                          <a:cs typeface="Times New Roman"/>
                        </a:rPr>
                        <a:t>200 (</a:t>
                      </a:r>
                      <a:r>
                        <a:rPr sz="1800" b="0" i="0">
                          <a:solidFill>
                            <a:schemeClr val="dk1"/>
                          </a:solidFill>
                          <a:latin typeface="Times New Roman"/>
                          <a:ea typeface="Times New Roman"/>
                          <a:cs typeface="Times New Roman"/>
                        </a:rPr>
                        <a:t>FANN</a:t>
                      </a:r>
                      <a:r>
                        <a:rPr sz="1800" b="0" i="0">
                          <a:solidFill>
                            <a:schemeClr val="dk1"/>
                          </a:solidFill>
                          <a:latin typeface="Times New Roman"/>
                          <a:ea typeface="Times New Roman"/>
                          <a:cs typeface="Times New Roman"/>
                        </a:rPr>
                        <a:t>) / 250 (</a:t>
                      </a:r>
                      <a:r>
                        <a:rPr sz="1800" b="0" i="0">
                          <a:solidFill>
                            <a:schemeClr val="dk1"/>
                          </a:solidFill>
                          <a:latin typeface="Times New Roman"/>
                          <a:ea typeface="Times New Roman"/>
                          <a:cs typeface="Times New Roman"/>
                        </a:rPr>
                        <a:t>OFITE</a:t>
                      </a:r>
                      <a:r>
                        <a:rPr sz="1800" b="0" i="0">
                          <a:solidFill>
                            <a:schemeClr val="dk1"/>
                          </a:solidFill>
                          <a:latin typeface="Times New Roman"/>
                          <a:ea typeface="Times New Roman"/>
                          <a:cs typeface="Times New Roman"/>
                        </a:rPr>
                        <a:t>)</a:t>
                      </a:r>
                      <a:endParaRPr sz="1800" b="0" i="0" kern="1200" baseline="0">
                        <a:solidFill>
                          <a:schemeClr val="dk1"/>
                        </a:solidFill>
                        <a:latin typeface="Times New Roman"/>
                        <a:ea typeface="Times New Roman"/>
                        <a:cs typeface="Times New Roman"/>
                      </a:endParaRPr>
                    </a:p>
                  </a:txBody>
                  <a:tcPr marL="84384" marR="84384" marT="42192" marB="42192">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277356789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D7F7CF9-EEF0-4FDF-ABEC-7DD23F4C940A}"/>
              </a:ext>
            </a:extLst>
          </p:cNvPr>
          <p:cNvSpPr>
            <a:spLocks xmlns:a="http://schemas.openxmlformats.org/drawingml/2006/main" noGrp="1"/>
          </p:cNvSpPr>
          <p:nvPr/>
        </p:nvSpPr>
        <p:spPr>
          <a:xfrm xmlns:a="http://schemas.openxmlformats.org/drawingml/2006/main">
            <a:off x="1293812" y="0"/>
            <a:ext cx="85344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Other Agenda- Conversion of Tentative Specification to </a:t>
            </a:r>
          </a:p>
          <a:p xmlns:a="http://schemas.openxmlformats.org/drawingml/2006/main">
            <a:pPr algn="ctr">
              <a:buNone/>
            </a:pPr>
            <a:r>
              <a:rPr sz="2400" b="1">
                <a:latin typeface="Times New Roman"/>
                <a:ea typeface="Times New Roman"/>
                <a:cs typeface="Times New Roman"/>
              </a:rPr>
              <a:t>Corporate Specification </a:t>
            </a:r>
          </a:p>
        </p:txBody>
      </p:sp>
      <p:sp>
        <p:nvSpPr>
          <p:cNvPr id="2" name="TextBox 1">
            <a:extLst xmlns:a="http://schemas.openxmlformats.org/drawingml/2006/main">
              <a:ext uri="{FF2B5EF4-FFF2-40B4-BE49-F238E27FC236}">
                <a16:creationId xmlns:a16="http://schemas.microsoft.com/office/drawing/2014/main" id="{DAACE6CA-0225-4CE1-830A-1BEB4466ED52}"/>
              </a:ext>
            </a:extLst>
          </p:cNvPr>
          <p:cNvSpPr>
            <a:spLocks xmlns:a="http://schemas.openxmlformats.org/drawingml/2006/main" noGrp="1"/>
          </p:cNvSpPr>
          <p:nvPr/>
        </p:nvSpPr>
        <p:spPr>
          <a:xfrm xmlns:a="http://schemas.openxmlformats.org/drawingml/2006/main">
            <a:off x="1217612" y="1066800"/>
            <a:ext cx="10363200"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000" b="1">
                <a:latin typeface="Times New Roman"/>
                <a:ea typeface="Times New Roman"/>
                <a:cs typeface="Times New Roman"/>
              </a:rPr>
              <a:t>LTSOBM FORMULATION FOR FLAT RHEOLOGY (350</a:t>
            </a:r>
            <a:r>
              <a:rPr sz="2000" b="1">
                <a:latin typeface="Times New Roman"/>
                <a:ea typeface="Times New Roman"/>
                <a:cs typeface="Times New Roman"/>
              </a:rPr>
              <a:t>o</a:t>
            </a:r>
            <a:r>
              <a:rPr sz="2000" b="1">
                <a:latin typeface="Times New Roman"/>
                <a:ea typeface="Times New Roman"/>
                <a:cs typeface="Times New Roman"/>
              </a:rPr>
              <a:t>F)</a:t>
            </a:r>
            <a:endParaRPr sz="2000">
              <a:solidFill>
                <a:schemeClr val="dk1"/>
              </a:solidFill>
              <a:latin typeface="Times New Roman"/>
              <a:ea typeface="Times New Roman"/>
              <a:cs typeface="Times New Roman"/>
            </a:endParaRPr>
          </a:p>
        </p:txBody>
      </p:sp>
      <p:graphicFrame>
        <p:nvGraphicFramePr>
          <p:cNvPr id="9" name="Table 3"/>
          <p:cNvGraphicFramePr/>
          <p:nvPr/>
        </p:nvGraphicFramePr>
        <p:xfrm>
          <a:off xmlns:a="http://schemas.openxmlformats.org/drawingml/2006/main" x="1217612" y="1600201"/>
          <a:ext xmlns:a="http://schemas.openxmlformats.org/drawingml/2006/main" cx="10363200" cy="4343398"/>
        </p:xfrm>
        <a:graphic xmlns:a="http://schemas.openxmlformats.org/drawingml/2006/main">
          <a:graphicData uri="http://schemas.openxmlformats.org/drawingml/2006/table">
            <a:tbl>
              <a:tblPr firstRow="1" firstCol="1" bandRow="1"/>
              <a:tblGrid>
                <a:gridCol w="5105400"/>
                <a:gridCol w="5257800"/>
              </a:tblGrid>
              <a:tr h="340671">
                <a:tc>
                  <a:txBody>
                    <a:bodyPr/>
                    <a:lstStyle/>
                    <a:p>
                      <a:pPr marL="0" marR="0">
                        <a:lnSpc>
                          <a:spcPct val="107000"/>
                        </a:lnSpc>
                        <a:spcBef>
                          <a:spcPts val="0"/>
                        </a:spcBef>
                        <a:spcAft>
                          <a:spcPts val="0"/>
                        </a:spcAft>
                        <a:buNone/>
                      </a:pPr>
                      <a:r>
                        <a:rPr sz="1800" b="1">
                          <a:latin typeface="Times New Roman"/>
                          <a:ea typeface="Times New Roman"/>
                          <a:cs typeface="Times New Roman"/>
                        </a:rPr>
                        <a:t>Rheological parameters measured at</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120±4°F after hot rolling at 350±4°F for 16 hrs</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307902">
                <a:tc>
                  <a:txBody>
                    <a:bodyPr/>
                    <a:lstStyle/>
                    <a:p>
                      <a:pPr marL="0" marR="0">
                        <a:lnSpc>
                          <a:spcPct val="107000"/>
                        </a:lnSpc>
                        <a:spcBef>
                          <a:spcPts val="0"/>
                        </a:spcBef>
                        <a:spcAft>
                          <a:spcPts val="0"/>
                        </a:spcAft>
                        <a:buNone/>
                      </a:pPr>
                      <a:r>
                        <a:rPr sz="1800" b="1">
                          <a:latin typeface="Times New Roman"/>
                          <a:ea typeface="Times New Roman"/>
                          <a:cs typeface="Times New Roman"/>
                        </a:rPr>
                        <a:t>Mud Weight at 75</a:t>
                      </a:r>
                      <a:r>
                        <a:rPr sz="1800" b="1" i="1">
                          <a:latin typeface="Times New Roman"/>
                          <a:ea typeface="Times New Roman"/>
                          <a:cs typeface="Times New Roman"/>
                        </a:rPr>
                        <a:t>±</a:t>
                      </a:r>
                      <a:r>
                        <a:rPr sz="1800" b="1">
                          <a:latin typeface="Times New Roman"/>
                          <a:ea typeface="Times New Roman"/>
                          <a:cs typeface="Times New Roman"/>
                        </a:rPr>
                        <a:t>4</a:t>
                      </a:r>
                      <a:r>
                        <a:rPr sz="1800" b="1" i="1">
                          <a:latin typeface="Times New Roman"/>
                          <a:ea typeface="Times New Roman"/>
                          <a:cs typeface="Times New Roman"/>
                        </a:rPr>
                        <a:t>°</a:t>
                      </a:r>
                      <a:r>
                        <a:rPr sz="1800" b="1">
                          <a:latin typeface="Times New Roman"/>
                          <a:ea typeface="Times New Roman"/>
                          <a:cs typeface="Times New Roman"/>
                        </a:rPr>
                        <a:t>F (BHR</a:t>
                      </a:r>
                      <a:r>
                        <a:rPr sz="1800" b="1" i="1">
                          <a:latin typeface="Times New Roman"/>
                          <a:ea typeface="Times New Roman"/>
                          <a:cs typeface="Times New Roman"/>
                        </a:rPr>
                        <a:t>)</a:t>
                      </a:r>
                      <a:r>
                        <a:rPr sz="1800" b="1">
                          <a:latin typeface="Times New Roman"/>
                          <a:ea typeface="Times New Roman"/>
                          <a:cs typeface="Times New Roman"/>
                        </a:rPr>
                        <a:t>, </a:t>
                      </a:r>
                      <a:r>
                        <a:rPr sz="1800" b="1" i="1">
                          <a:latin typeface="Times New Roman"/>
                          <a:ea typeface="Times New Roman"/>
                          <a:cs typeface="Times New Roman"/>
                        </a:rPr>
                        <a:t>ppg</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10.0 ± 0.1</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307902">
                <a:tc>
                  <a:txBody>
                    <a:bodyPr/>
                    <a:lstStyle/>
                    <a:p>
                      <a:pPr marL="0" marR="0">
                        <a:lnSpc>
                          <a:spcPct val="107000"/>
                        </a:lnSpc>
                        <a:spcBef>
                          <a:spcPts val="0"/>
                        </a:spcBef>
                        <a:spcAft>
                          <a:spcPts val="0"/>
                        </a:spcAft>
                        <a:buNone/>
                      </a:pPr>
                      <a:r>
                        <a:rPr sz="1800" b="1">
                          <a:latin typeface="Times New Roman"/>
                          <a:ea typeface="Times New Roman"/>
                          <a:cs typeface="Times New Roman"/>
                        </a:rPr>
                        <a:t>Plastic</a:t>
                      </a:r>
                      <a:r>
                        <a:rPr sz="1800" b="1">
                          <a:latin typeface="Times New Roman"/>
                          <a:ea typeface="Times New Roman"/>
                          <a:cs typeface="Times New Roman"/>
                        </a:rPr>
                        <a:t> </a:t>
                      </a:r>
                      <a:r>
                        <a:rPr sz="1800" b="1">
                          <a:latin typeface="Times New Roman"/>
                          <a:ea typeface="Times New Roman"/>
                          <a:cs typeface="Times New Roman"/>
                        </a:rPr>
                        <a:t>Viscosity at 120°±4°</a:t>
                      </a:r>
                      <a:r>
                        <a:rPr sz="1800" b="1" i="1">
                          <a:latin typeface="Times New Roman"/>
                          <a:ea typeface="Times New Roman"/>
                          <a:cs typeface="Times New Roman"/>
                        </a:rPr>
                        <a:t>F</a:t>
                      </a:r>
                      <a:r>
                        <a:rPr sz="1800" b="1">
                          <a:latin typeface="Times New Roman"/>
                          <a:ea typeface="Times New Roman"/>
                          <a:cs typeface="Times New Roman"/>
                        </a:rPr>
                        <a:t>, </a:t>
                      </a:r>
                      <a:r>
                        <a:rPr sz="1800" b="1" i="1">
                          <a:latin typeface="Times New Roman"/>
                          <a:ea typeface="Times New Roman"/>
                          <a:cs typeface="Times New Roman"/>
                        </a:rPr>
                        <a:t>cP</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45 (Maximum)</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307902">
                <a:tc>
                  <a:txBody>
                    <a:bodyPr/>
                    <a:lstStyle/>
                    <a:p>
                      <a:pPr marL="0" marR="0">
                        <a:lnSpc>
                          <a:spcPct val="107000"/>
                        </a:lnSpc>
                        <a:spcBef>
                          <a:spcPts val="0"/>
                        </a:spcBef>
                        <a:spcAft>
                          <a:spcPts val="0"/>
                        </a:spcAft>
                        <a:buNone/>
                      </a:pPr>
                      <a:r>
                        <a:rPr sz="1800" b="1">
                          <a:latin typeface="Times New Roman"/>
                          <a:ea typeface="Times New Roman"/>
                          <a:cs typeface="Times New Roman"/>
                        </a:rPr>
                        <a:t>Yield Point </a:t>
                      </a:r>
                      <a:r>
                        <a:rPr sz="1800" b="1" i="1">
                          <a:latin typeface="Times New Roman"/>
                          <a:ea typeface="Times New Roman"/>
                          <a:cs typeface="Times New Roman"/>
                        </a:rPr>
                        <a:t>at </a:t>
                      </a:r>
                      <a:r>
                        <a:rPr sz="1800" b="1">
                          <a:latin typeface="Times New Roman"/>
                          <a:ea typeface="Times New Roman"/>
                          <a:cs typeface="Times New Roman"/>
                        </a:rPr>
                        <a:t>120°±4°F, </a:t>
                      </a:r>
                      <a:r>
                        <a:rPr sz="1800" b="1" i="1">
                          <a:latin typeface="Times New Roman"/>
                          <a:ea typeface="Times New Roman"/>
                          <a:cs typeface="Times New Roman"/>
                        </a:rPr>
                        <a:t>lbs</a:t>
                      </a:r>
                      <a:r>
                        <a:rPr sz="1800" b="1" i="1">
                          <a:latin typeface="Times New Roman"/>
                          <a:ea typeface="Times New Roman"/>
                          <a:cs typeface="Times New Roman"/>
                        </a:rPr>
                        <a:t> /100 </a:t>
                      </a:r>
                      <a:r>
                        <a:rPr sz="1800" b="1" i="1">
                          <a:latin typeface="Times New Roman"/>
                          <a:ea typeface="Times New Roman"/>
                          <a:cs typeface="Times New Roman"/>
                        </a:rPr>
                        <a:t>sq.ft</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15 - 35</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307902">
                <a:tc>
                  <a:txBody>
                    <a:bodyPr/>
                    <a:lstStyle/>
                    <a:p>
                      <a:pPr marL="0" marR="0">
                        <a:lnSpc>
                          <a:spcPct val="107000"/>
                        </a:lnSpc>
                        <a:spcBef>
                          <a:spcPts val="0"/>
                        </a:spcBef>
                        <a:spcAft>
                          <a:spcPts val="0"/>
                        </a:spcAft>
                        <a:buNone/>
                      </a:pPr>
                      <a:r>
                        <a:rPr sz="1800" b="1">
                          <a:latin typeface="Times New Roman"/>
                          <a:ea typeface="Times New Roman"/>
                          <a:cs typeface="Times New Roman"/>
                        </a:rPr>
                        <a:t>Yield Point </a:t>
                      </a:r>
                      <a:r>
                        <a:rPr sz="1800" b="1" i="1">
                          <a:latin typeface="Times New Roman"/>
                          <a:ea typeface="Times New Roman"/>
                          <a:cs typeface="Times New Roman"/>
                        </a:rPr>
                        <a:t>at </a:t>
                      </a:r>
                      <a:r>
                        <a:rPr sz="1800" b="1">
                          <a:latin typeface="Times New Roman"/>
                          <a:ea typeface="Times New Roman"/>
                          <a:cs typeface="Times New Roman"/>
                        </a:rPr>
                        <a:t>39°±4°F, </a:t>
                      </a:r>
                      <a:r>
                        <a:rPr sz="1800" b="1" i="1">
                          <a:latin typeface="Times New Roman"/>
                          <a:ea typeface="Times New Roman"/>
                          <a:cs typeface="Times New Roman"/>
                        </a:rPr>
                        <a:t>lbs</a:t>
                      </a:r>
                      <a:r>
                        <a:rPr sz="1800" b="1" i="1">
                          <a:latin typeface="Times New Roman"/>
                          <a:ea typeface="Times New Roman"/>
                          <a:cs typeface="Times New Roman"/>
                        </a:rPr>
                        <a:t> /100 </a:t>
                      </a:r>
                      <a:r>
                        <a:rPr sz="1800" b="1" i="1">
                          <a:latin typeface="Times New Roman"/>
                          <a:ea typeface="Times New Roman"/>
                          <a:cs typeface="Times New Roman"/>
                        </a:rPr>
                        <a:t>sq.ft</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Increase should not be more than 15% of Sl. No. (3)</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307902">
                <a:tc>
                  <a:txBody>
                    <a:bodyPr/>
                    <a:lstStyle/>
                    <a:p>
                      <a:pPr marL="0" marR="0">
                        <a:lnSpc>
                          <a:spcPct val="107000"/>
                        </a:lnSpc>
                        <a:spcBef>
                          <a:spcPts val="0"/>
                        </a:spcBef>
                        <a:spcAft>
                          <a:spcPts val="0"/>
                        </a:spcAft>
                        <a:buNone/>
                      </a:pPr>
                      <a:r>
                        <a:rPr sz="1800" b="1">
                          <a:latin typeface="Times New Roman"/>
                          <a:ea typeface="Times New Roman"/>
                          <a:cs typeface="Times New Roman"/>
                        </a:rPr>
                        <a:t>Gel0 at 120°±4°F, </a:t>
                      </a:r>
                      <a:r>
                        <a:rPr sz="1800" b="1" i="1">
                          <a:latin typeface="Times New Roman"/>
                          <a:ea typeface="Times New Roman"/>
                          <a:cs typeface="Times New Roman"/>
                        </a:rPr>
                        <a:t>lbs</a:t>
                      </a:r>
                      <a:r>
                        <a:rPr sz="1800" b="1" i="1">
                          <a:latin typeface="Times New Roman"/>
                          <a:ea typeface="Times New Roman"/>
                          <a:cs typeface="Times New Roman"/>
                        </a:rPr>
                        <a:t> /100 </a:t>
                      </a:r>
                      <a:r>
                        <a:rPr sz="1800" b="1" i="1">
                          <a:latin typeface="Times New Roman"/>
                          <a:ea typeface="Times New Roman"/>
                          <a:cs typeface="Times New Roman"/>
                        </a:rPr>
                        <a:t>sq.ft</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8 - 18</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307902">
                <a:tc>
                  <a:txBody>
                    <a:bodyPr/>
                    <a:lstStyle/>
                    <a:p>
                      <a:pPr marL="0" marR="0">
                        <a:lnSpc>
                          <a:spcPct val="107000"/>
                        </a:lnSpc>
                        <a:spcBef>
                          <a:spcPts val="0"/>
                        </a:spcBef>
                        <a:spcAft>
                          <a:spcPts val="0"/>
                        </a:spcAft>
                        <a:buNone/>
                      </a:pPr>
                      <a:r>
                        <a:rPr sz="1800" b="1">
                          <a:latin typeface="Times New Roman"/>
                          <a:ea typeface="Times New Roman"/>
                          <a:cs typeface="Times New Roman"/>
                        </a:rPr>
                        <a:t>Gel10 at 120°±4°F, </a:t>
                      </a:r>
                      <a:r>
                        <a:rPr sz="1800" b="1" i="1">
                          <a:latin typeface="Times New Roman"/>
                          <a:ea typeface="Times New Roman"/>
                          <a:cs typeface="Times New Roman"/>
                        </a:rPr>
                        <a:t>lbs</a:t>
                      </a:r>
                      <a:r>
                        <a:rPr sz="1800" b="1" i="1">
                          <a:latin typeface="Times New Roman"/>
                          <a:ea typeface="Times New Roman"/>
                          <a:cs typeface="Times New Roman"/>
                        </a:rPr>
                        <a:t> /100 </a:t>
                      </a:r>
                      <a:r>
                        <a:rPr sz="1800" b="1" i="1">
                          <a:latin typeface="Times New Roman"/>
                          <a:ea typeface="Times New Roman"/>
                          <a:cs typeface="Times New Roman"/>
                        </a:rPr>
                        <a:t>sq.ft</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12 - 30</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307902">
                <a:tc>
                  <a:txBody>
                    <a:bodyPr/>
                    <a:lstStyle/>
                    <a:p>
                      <a:pPr marL="0" marR="0">
                        <a:lnSpc>
                          <a:spcPct val="107000"/>
                        </a:lnSpc>
                        <a:spcBef>
                          <a:spcPts val="0"/>
                        </a:spcBef>
                        <a:spcAft>
                          <a:spcPts val="0"/>
                        </a:spcAft>
                        <a:buNone/>
                      </a:pPr>
                      <a:r>
                        <a:rPr sz="1800" b="1">
                          <a:latin typeface="Times New Roman"/>
                          <a:ea typeface="Times New Roman"/>
                          <a:cs typeface="Times New Roman"/>
                        </a:rPr>
                        <a:t>Gel10 </a:t>
                      </a:r>
                      <a:r>
                        <a:rPr sz="1800" b="1" i="1">
                          <a:latin typeface="Times New Roman"/>
                          <a:ea typeface="Times New Roman"/>
                          <a:cs typeface="Times New Roman"/>
                        </a:rPr>
                        <a:t>at </a:t>
                      </a:r>
                      <a:r>
                        <a:rPr sz="1800" b="1">
                          <a:latin typeface="Times New Roman"/>
                          <a:ea typeface="Times New Roman"/>
                          <a:cs typeface="Times New Roman"/>
                        </a:rPr>
                        <a:t>39°±4°F, </a:t>
                      </a:r>
                      <a:r>
                        <a:rPr sz="1800" b="1" i="1">
                          <a:latin typeface="Times New Roman"/>
                          <a:ea typeface="Times New Roman"/>
                          <a:cs typeface="Times New Roman"/>
                        </a:rPr>
                        <a:t>lbs</a:t>
                      </a:r>
                      <a:r>
                        <a:rPr sz="1800" b="1" i="1">
                          <a:latin typeface="Times New Roman"/>
                          <a:ea typeface="Times New Roman"/>
                          <a:cs typeface="Times New Roman"/>
                        </a:rPr>
                        <a:t> /100 </a:t>
                      </a:r>
                      <a:r>
                        <a:rPr sz="1800" b="1" i="1">
                          <a:latin typeface="Times New Roman"/>
                          <a:ea typeface="Times New Roman"/>
                          <a:cs typeface="Times New Roman"/>
                        </a:rPr>
                        <a:t>sq.ft</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Increase should not be more than 15% of Sl. No. (6)</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307902">
                <a:tc>
                  <a:txBody>
                    <a:bodyPr/>
                    <a:lstStyle/>
                    <a:p>
                      <a:pPr marL="0" marR="0">
                        <a:lnSpc>
                          <a:spcPct val="107000"/>
                        </a:lnSpc>
                        <a:spcBef>
                          <a:spcPts val="0"/>
                        </a:spcBef>
                        <a:spcAft>
                          <a:spcPts val="0"/>
                        </a:spcAft>
                        <a:buNone/>
                      </a:pPr>
                      <a:r>
                        <a:rPr sz="1800" b="1">
                          <a:latin typeface="Times New Roman"/>
                          <a:ea typeface="Times New Roman"/>
                          <a:cs typeface="Times New Roman"/>
                        </a:rPr>
                        <a:t>rpm LSRV at 120°±4°F, Dial reading</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8 - 16</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307902">
                <a:tc>
                  <a:txBody>
                    <a:bodyPr/>
                    <a:lstStyle/>
                    <a:p>
                      <a:pPr marL="0" marR="0">
                        <a:lnSpc>
                          <a:spcPct val="107000"/>
                        </a:lnSpc>
                        <a:spcBef>
                          <a:spcPts val="0"/>
                        </a:spcBef>
                        <a:spcAft>
                          <a:spcPts val="0"/>
                        </a:spcAft>
                        <a:buNone/>
                      </a:pPr>
                      <a:r>
                        <a:rPr sz="1800" b="1">
                          <a:latin typeface="Times New Roman"/>
                          <a:ea typeface="Times New Roman"/>
                          <a:cs typeface="Times New Roman"/>
                        </a:rPr>
                        <a:t>O:W ratio</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75:25</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307902">
                <a:tc>
                  <a:txBody>
                    <a:bodyPr/>
                    <a:lstStyle/>
                    <a:p>
                      <a:pPr marL="0" marR="0">
                        <a:lnSpc>
                          <a:spcPct val="107000"/>
                        </a:lnSpc>
                        <a:spcBef>
                          <a:spcPts val="0"/>
                        </a:spcBef>
                        <a:spcAft>
                          <a:spcPts val="0"/>
                        </a:spcAft>
                        <a:buNone/>
                      </a:pPr>
                      <a:r>
                        <a:rPr sz="1800" b="1">
                          <a:latin typeface="Times New Roman"/>
                          <a:ea typeface="Times New Roman"/>
                          <a:cs typeface="Times New Roman"/>
                        </a:rPr>
                        <a:t>WPS (Cl-), </a:t>
                      </a:r>
                      <a:r>
                        <a:rPr sz="1800" b="1" i="1">
                          <a:latin typeface="Times New Roman"/>
                          <a:ea typeface="Times New Roman"/>
                          <a:cs typeface="Times New Roman"/>
                        </a:rPr>
                        <a:t>g/l</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170 - 190</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307902">
                <a:tc>
                  <a:txBody>
                    <a:bodyPr/>
                    <a:lstStyle/>
                    <a:p>
                      <a:pPr marL="0" marR="0">
                        <a:lnSpc>
                          <a:spcPct val="107000"/>
                        </a:lnSpc>
                        <a:spcBef>
                          <a:spcPts val="0"/>
                        </a:spcBef>
                        <a:spcAft>
                          <a:spcPts val="0"/>
                        </a:spcAft>
                        <a:buNone/>
                      </a:pPr>
                      <a:r>
                        <a:rPr sz="1800" b="1">
                          <a:latin typeface="Times New Roman"/>
                          <a:ea typeface="Times New Roman"/>
                          <a:cs typeface="Times New Roman"/>
                        </a:rPr>
                        <a:t>Emulsion Stability at 120</a:t>
                      </a:r>
                      <a:r>
                        <a:rPr sz="1800" b="1" i="1">
                          <a:latin typeface="Times New Roman"/>
                          <a:ea typeface="Times New Roman"/>
                          <a:cs typeface="Times New Roman"/>
                        </a:rPr>
                        <a:t>±</a:t>
                      </a:r>
                      <a:r>
                        <a:rPr sz="1800" b="1">
                          <a:highlight>
                            <a:srgbClr val="FFFF00"/>
                          </a:highlight>
                          <a:latin typeface="Times New Roman"/>
                          <a:ea typeface="Times New Roman"/>
                          <a:cs typeface="Times New Roman"/>
                        </a:rPr>
                        <a:t>4</a:t>
                      </a:r>
                      <a:r>
                        <a:rPr sz="1800" b="1" i="1">
                          <a:latin typeface="Times New Roman"/>
                          <a:ea typeface="Times New Roman"/>
                          <a:cs typeface="Times New Roman"/>
                        </a:rPr>
                        <a:t>°</a:t>
                      </a:r>
                      <a:r>
                        <a:rPr sz="1800" b="1">
                          <a:latin typeface="Times New Roman"/>
                          <a:ea typeface="Times New Roman"/>
                          <a:cs typeface="Times New Roman"/>
                        </a:rPr>
                        <a:t>F, </a:t>
                      </a:r>
                      <a:r>
                        <a:rPr sz="1800" b="1" i="1">
                          <a:latin typeface="Times New Roman"/>
                          <a:ea typeface="Times New Roman"/>
                          <a:cs typeface="Times New Roman"/>
                        </a:rPr>
                        <a:t>volts</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550 (Minimum)</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r h="615805">
                <a:tc>
                  <a:txBody>
                    <a:bodyPr/>
                    <a:lstStyle/>
                    <a:p>
                      <a:pPr marL="0" marR="0">
                        <a:lnSpc>
                          <a:spcPct val="107000"/>
                        </a:lnSpc>
                        <a:spcBef>
                          <a:spcPts val="0"/>
                        </a:spcBef>
                        <a:spcAft>
                          <a:spcPts val="0"/>
                        </a:spcAft>
                        <a:buNone/>
                      </a:pPr>
                      <a:r>
                        <a:rPr sz="1800" b="1">
                          <a:latin typeface="Times New Roman"/>
                          <a:ea typeface="Times New Roman"/>
                          <a:cs typeface="Times New Roman"/>
                        </a:rPr>
                        <a:t>HPHT Filtration Loss (30 mins at 300</a:t>
                      </a:r>
                      <a:r>
                        <a:rPr sz="1800" b="1" i="1">
                          <a:latin typeface="Times New Roman"/>
                          <a:ea typeface="Times New Roman"/>
                          <a:cs typeface="Times New Roman"/>
                        </a:rPr>
                        <a:t>°</a:t>
                      </a:r>
                      <a:r>
                        <a:rPr sz="1800" b="1">
                          <a:latin typeface="Times New Roman"/>
                          <a:ea typeface="Times New Roman"/>
                          <a:cs typeface="Times New Roman"/>
                        </a:rPr>
                        <a:t>F/ 500 psi as per API, all oil), </a:t>
                      </a:r>
                      <a:r>
                        <a:rPr sz="1800" b="1" i="1">
                          <a:latin typeface="Times New Roman"/>
                          <a:ea typeface="Times New Roman"/>
                          <a:cs typeface="Times New Roman"/>
                        </a:rPr>
                        <a:t>ml</a:t>
                      </a:r>
                      <a:endParaRPr sz="16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marL="0" marR="0" algn="ctr">
                        <a:lnSpc>
                          <a:spcPct val="107000"/>
                        </a:lnSpc>
                        <a:spcBef>
                          <a:spcPts val="0"/>
                        </a:spcBef>
                        <a:spcAft>
                          <a:spcPts val="0"/>
                        </a:spcAft>
                        <a:buNone/>
                      </a:pPr>
                      <a:r>
                        <a:rPr sz="1800" b="0" i="1">
                          <a:latin typeface="Times New Roman"/>
                          <a:ea typeface="Times New Roman"/>
                          <a:cs typeface="Times New Roman"/>
                        </a:rPr>
                        <a:t>5.0 (Maximum)</a:t>
                      </a:r>
                      <a:endParaRPr sz="1600" b="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r>
            </a:tbl>
          </a:graphicData>
        </a:graphic>
      </p:graphicFrame>
    </p:spTree>
    <p:extLst>
      <p:ext uri="{BB962C8B-B14F-4D97-AF65-F5344CB8AC3E}">
        <p14:creationId xmlns:p14="http://schemas.microsoft.com/office/powerpoint/2010/main" val="176464854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C39A327C-3069-4FF2-8A3E-1C0563880B1C}"/>
              </a:ext>
            </a:extLst>
          </p:cNvPr>
          <p:cNvSpPr>
            <a:spLocks xmlns:a="http://schemas.openxmlformats.org/drawingml/2006/main" noGrp="1"/>
          </p:cNvSpPr>
          <p:nvPr/>
        </p:nvSpPr>
        <p:spPr>
          <a:xfrm xmlns:a="http://schemas.openxmlformats.org/drawingml/2006/main">
            <a:off x="1674812" y="228600"/>
            <a:ext cx="822960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Other Agenda- Repository for Tentative Specification</a:t>
            </a:r>
          </a:p>
        </p:txBody>
      </p:sp>
      <p:sp>
        <p:nvSpPr>
          <p:cNvPr id="2" name="TextBox 1">
            <a:extLst xmlns:a="http://schemas.openxmlformats.org/drawingml/2006/main">
              <a:ext uri="{FF2B5EF4-FFF2-40B4-BE49-F238E27FC236}">
                <a16:creationId xmlns:a16="http://schemas.microsoft.com/office/drawing/2014/main" id="{AD9B07C5-3CB9-4FA2-896E-9FA36097FD14}"/>
              </a:ext>
            </a:extLst>
          </p:cNvPr>
          <p:cNvSpPr>
            <a:spLocks xmlns:a="http://schemas.openxmlformats.org/drawingml/2006/main" noGrp="1"/>
          </p:cNvSpPr>
          <p:nvPr/>
        </p:nvSpPr>
        <p:spPr>
          <a:xfrm xmlns:a="http://schemas.openxmlformats.org/drawingml/2006/main">
            <a:off x="684212" y="1295400"/>
            <a:ext cx="11049000" cy="193899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dk1"/>
                </a:solidFill>
                <a:latin typeface="Times New Roman"/>
                <a:ea typeface="Times New Roman"/>
                <a:cs typeface="Times New Roman"/>
              </a:rPr>
              <a:t>A centralised repository of approved Tentative Specifications </a:t>
            </a:r>
          </a:p>
          <a:p xmlns:a="http://schemas.openxmlformats.org/drawingml/2006/main">
            <a:pPr marL="285750" indent="-285750">
              <a:buFontTx/>
              <a:buChar char="-"/>
            </a:pPr>
            <a:r>
              <a:rPr sz="2000">
                <a:solidFill>
                  <a:schemeClr val="dk1"/>
                </a:solidFill>
                <a:latin typeface="Times New Roman"/>
                <a:ea typeface="Times New Roman"/>
                <a:cs typeface="Times New Roman"/>
              </a:rPr>
              <a:t>along with Material Code,</a:t>
            </a:r>
          </a:p>
          <a:p xmlns:a="http://schemas.openxmlformats.org/drawingml/2006/main">
            <a:pPr marL="285750" indent="-285750">
              <a:buFontTx/>
              <a:buChar char="-"/>
            </a:pPr>
            <a:r>
              <a:rPr sz="2000">
                <a:solidFill>
                  <a:schemeClr val="dk1"/>
                </a:solidFill>
                <a:latin typeface="Times New Roman"/>
                <a:ea typeface="Times New Roman"/>
                <a:cs typeface="Times New Roman"/>
              </a:rPr>
              <a:t>Test Procedures,</a:t>
            </a:r>
          </a:p>
          <a:p xmlns:a="http://schemas.openxmlformats.org/drawingml/2006/main">
            <a:pPr marL="285750" indent="-285750">
              <a:buFontTx/>
              <a:buChar char="-"/>
            </a:pPr>
            <a:r>
              <a:rPr sz="2000">
                <a:solidFill>
                  <a:schemeClr val="dk1"/>
                </a:solidFill>
                <a:latin typeface="Times New Roman"/>
                <a:ea typeface="Times New Roman"/>
                <a:cs typeface="Times New Roman"/>
              </a:rPr>
              <a:t>Testing Charges</a:t>
            </a:r>
          </a:p>
          <a:p xmlns:a="http://schemas.openxmlformats.org/drawingml/2006/main">
            <a:pPr marL="285750" indent="-285750">
              <a:buFontTx/>
              <a:buChar char="-"/>
            </a:pPr>
            <a:endParaRPr sz="2000">
              <a:solidFill>
                <a:schemeClr val="dk1"/>
              </a:solidFill>
              <a:latin typeface="Times New Roman"/>
              <a:ea typeface="Times New Roman"/>
              <a:cs typeface="Times New Roman"/>
            </a:endParaRPr>
          </a:p>
          <a:p xmlns:a="http://schemas.openxmlformats.org/drawingml/2006/main">
            <a:r>
              <a:rPr sz="2000">
                <a:solidFill>
                  <a:schemeClr val="dk1"/>
                </a:solidFill>
                <a:latin typeface="Times New Roman"/>
                <a:ea typeface="Times New Roman"/>
                <a:cs typeface="Times New Roman"/>
              </a:rPr>
              <a:t>for information to all the stakeholders.</a:t>
            </a:r>
          </a:p>
        </p:txBody>
      </p:sp>
    </p:spTree>
    <p:extLst>
      <p:ext uri="{BB962C8B-B14F-4D97-AF65-F5344CB8AC3E}">
        <p14:creationId xmlns:p14="http://schemas.microsoft.com/office/powerpoint/2010/main" val="263922815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6" name="Picture 2"/>
          <p:cNvPicPr>
            <a:picLocks xmlns:a="http://schemas.openxmlformats.org/drawingml/2006/main" noChangeAspect="1"/>
          </p:cNvPicPr>
          <p:nvPr/>
        </p:nvPicPr>
        <p:blipFill>
          <a:blip xmlns:r="http://schemas.openxmlformats.org/officeDocument/2006/relationships" xmlns:a="http://schemas.openxmlformats.org/drawingml/2006/main" r:embed="R0ac431c719fc4e4c"/>
          <a:stretch xmlns:a="http://schemas.openxmlformats.org/drawingml/2006/main">
            <a:fillRect l="0" t="0" r="0" b="0"/>
          </a:stretch>
        </p:blipFill>
        <p:spPr>
          <a:xfrm xmlns:a="http://schemas.openxmlformats.org/drawingml/2006/main" rot="0" flipH="0" flipV="0">
            <a:off x="9909842" y="3141043"/>
            <a:ext cx="1617901" cy="1504862"/>
          </a:xfrm>
          <a:prstGeom xmlns:a="http://schemas.openxmlformats.org/drawingml/2006/main" prst="rect">
            <a:avLst/>
          </a:prstGeom>
        </p:spPr>
      </p:pic>
      <p:sp>
        <p:nvSpPr>
          <p:cNvPr id="2" name="TextBox 1">
            <a:extLst xmlns:a="http://schemas.openxmlformats.org/drawingml/2006/main">
              <a:ext uri="{FF2B5EF4-FFF2-40B4-BE49-F238E27FC236}">
                <a16:creationId xmlns:a16="http://schemas.microsoft.com/office/drawing/2014/main" id="{F743E85F-8647-45F2-A244-64667F32536C}"/>
              </a:ext>
            </a:extLst>
          </p:cNvPr>
          <p:cNvSpPr>
            <a:spLocks xmlns:a="http://schemas.openxmlformats.org/drawingml/2006/main" noGrp="1"/>
          </p:cNvSpPr>
          <p:nvPr/>
        </p:nvSpPr>
        <p:spPr>
          <a:xfrm xmlns:a="http://schemas.openxmlformats.org/drawingml/2006/main" rot="0" flipH="0" flipV="0">
            <a:off x="9719814" y="3583648"/>
            <a:ext cx="2086316" cy="50898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354" b="1" i="1">
                <a:solidFill>
                  <a:srgbClr val="002060"/>
                </a:solidFill>
                <a:latin typeface="Arial Narrow"/>
                <a:ea typeface="Arial Narrow"/>
                <a:cs typeface="Arial Narrow"/>
              </a:rPr>
              <a:t>Go Green </a:t>
            </a:r>
          </a:p>
          <a:p xmlns:a="http://schemas.openxmlformats.org/drawingml/2006/main">
            <a:pPr algn="ctr">
              <a:buNone/>
            </a:pPr>
            <a:r>
              <a:rPr sz="1354" b="1" i="1">
                <a:solidFill>
                  <a:srgbClr val="002060"/>
                </a:solidFill>
                <a:latin typeface="Arial Narrow"/>
                <a:ea typeface="Arial Narrow"/>
                <a:cs typeface="Arial Narrow"/>
              </a:rPr>
              <a:t>Go Paperless</a:t>
            </a:r>
          </a:p>
        </p:txBody>
      </p:sp>
      <p:pic>
        <p:nvPicPr>
          <p:cNvPr id="8" name="Picture 3"/>
          <p:cNvPicPr>
            <a:picLocks xmlns:a="http://schemas.openxmlformats.org/drawingml/2006/main" noChangeAspect="1"/>
          </p:cNvPicPr>
          <p:nvPr/>
        </p:nvPicPr>
        <p:blipFill>
          <a:blip xmlns:r="http://schemas.openxmlformats.org/officeDocument/2006/relationships" xmlns:a="http://schemas.openxmlformats.org/drawingml/2006/main" r:embed="R59185cfcffe54aa6"/>
          <a:stretch xmlns:a="http://schemas.openxmlformats.org/drawingml/2006/main">
            <a:fillRect l="0" t="0" r="0" b="0"/>
          </a:stretch>
        </p:blipFill>
        <p:spPr>
          <a:xfrm xmlns:a="http://schemas.openxmlformats.org/drawingml/2006/main">
            <a:off x="459300" y="3141044"/>
            <a:ext cx="2178722" cy="1316526"/>
          </a:xfrm>
          <a:prstGeom xmlns:a="http://schemas.openxmlformats.org/drawingml/2006/main" prst="rect">
            <a:avLst/>
          </a:prstGeom>
        </p:spPr>
      </p:pic>
      <p:pic>
        <p:nvPicPr>
          <p:cNvPr id="9" name="Picture 8"/>
          <p:cNvPicPr>
            <a:picLocks xmlns:a="http://schemas.openxmlformats.org/drawingml/2006/main" noChangeAspect="1"/>
          </p:cNvPicPr>
          <p:nvPr/>
        </p:nvPicPr>
        <p:blipFill>
          <a:blip xmlns:r="http://schemas.openxmlformats.org/officeDocument/2006/relationships" xmlns:a="http://schemas.openxmlformats.org/drawingml/2006/main" r:embed="R77511faa9978484c"/>
          <a:stretch xmlns:a="http://schemas.openxmlformats.org/drawingml/2006/main">
            <a:fillRect l="0" t="0" r="0" b="0"/>
          </a:stretch>
        </p:blipFill>
        <p:spPr>
          <a:xfrm xmlns:a="http://schemas.openxmlformats.org/drawingml/2006/main">
            <a:off x="3200951" y="2376190"/>
            <a:ext cx="6145963" cy="3034569"/>
          </a:xfrm>
          <a:prstGeom xmlns:a="http://schemas.openxmlformats.org/drawingml/2006/main" prst="rect">
            <a:avLst/>
          </a:prstGeom>
        </p:spPr>
      </p:pic>
    </p:spTree>
    <p:extLst>
      <p:ext uri="{BB962C8B-B14F-4D97-AF65-F5344CB8AC3E}">
        <p14:creationId xmlns:p14="http://schemas.microsoft.com/office/powerpoint/2010/main" val="356323297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9" name="Picture 3"/>
          <p:cNvPicPr>
            <a:picLocks xmlns:a="http://schemas.openxmlformats.org/drawingml/2006/main" noChangeAspect="1"/>
          </p:cNvPicPr>
          <p:nvPr/>
        </p:nvPicPr>
        <p:blipFill>
          <a:blip xmlns:r="http://schemas.openxmlformats.org/officeDocument/2006/relationships" xmlns:a="http://schemas.openxmlformats.org/drawingml/2006/main" r:embed="Rbc0f29590a344874"/>
          <a:stretch xmlns:a="http://schemas.openxmlformats.org/drawingml/2006/main">
            <a:fillRect l="0" t="0" r="0" b="0"/>
          </a:stretch>
        </p:blipFill>
        <p:spPr>
          <a:xfrm xmlns:a="http://schemas.openxmlformats.org/drawingml/2006/main">
            <a:off x="-4570" y="1295398"/>
            <a:ext cx="12197964" cy="4724402"/>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70AB0680-00FB-5701-9F9F-6BC4A8A9EC88}"/>
              </a:ext>
            </a:extLst>
          </p:cNvPr>
          <p:cNvSpPr>
            <a:spLocks xmlns:a="http://schemas.openxmlformats.org/drawingml/2006/main" noGrp="1"/>
          </p:cNvSpPr>
          <p:nvPr/>
        </p:nvSpPr>
        <p:spPr>
          <a:xfrm xmlns:a="http://schemas.openxmlformats.org/drawingml/2006/main">
            <a:off x="1674812" y="228600"/>
            <a:ext cx="822960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FANN</a:t>
            </a:r>
            <a:endParaRPr sz="2400" b="1">
              <a:latin typeface="Times New Roman"/>
              <a:ea typeface="Times New Roman"/>
              <a:cs typeface="Times New Roman"/>
            </a:endParaRPr>
          </a:p>
        </p:txBody>
      </p:sp>
    </p:spTree>
    <p:extLst>
      <p:ext uri="{BB962C8B-B14F-4D97-AF65-F5344CB8AC3E}">
        <p14:creationId xmlns:p14="http://schemas.microsoft.com/office/powerpoint/2010/main" val="375729904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7" name="TextBox 6">
            <a:extLst xmlns:a="http://schemas.openxmlformats.org/drawingml/2006/main">
              <a:ext uri="{FF2B5EF4-FFF2-40B4-BE49-F238E27FC236}">
                <a16:creationId xmlns:a16="http://schemas.microsoft.com/office/drawing/2014/main" id="{1F8FB7F0-7168-F45D-6254-41158AA3C847}"/>
              </a:ext>
            </a:extLst>
          </p:cNvPr>
          <p:cNvSpPr>
            <a:spLocks xmlns:a="http://schemas.openxmlformats.org/drawingml/2006/main" noGrp="1"/>
          </p:cNvSpPr>
          <p:nvPr/>
        </p:nvSpPr>
        <p:spPr>
          <a:xfrm xmlns:a="http://schemas.openxmlformats.org/drawingml/2006/main">
            <a:off x="1674812" y="228600"/>
            <a:ext cx="822960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OFITE</a:t>
            </a:r>
            <a:endParaRPr sz="2400" b="1">
              <a:latin typeface="Times New Roman"/>
              <a:ea typeface="Times New Roman"/>
              <a:cs typeface="Times New Roman"/>
            </a:endParaRPr>
          </a:p>
        </p:txBody>
      </p:sp>
      <p:pic>
        <p:nvPicPr>
          <p:cNvPr id="10" name="Picture 2"/>
          <p:cNvPicPr>
            <a:picLocks xmlns:a="http://schemas.openxmlformats.org/drawingml/2006/main" noChangeAspect="1"/>
          </p:cNvPicPr>
          <p:nvPr/>
        </p:nvPicPr>
        <p:blipFill>
          <a:blip xmlns:r="http://schemas.openxmlformats.org/officeDocument/2006/relationships" xmlns:a="http://schemas.openxmlformats.org/drawingml/2006/main" r:embed="R3829bbfdc7714b2c"/>
          <a:stretch xmlns:a="http://schemas.openxmlformats.org/drawingml/2006/main">
            <a:fillRect l="0" t="0" r="0" b="0"/>
          </a:stretch>
        </p:blipFill>
        <p:spPr>
          <a:xfrm xmlns:a="http://schemas.openxmlformats.org/drawingml/2006/main">
            <a:off x="2422012" y="1219200"/>
            <a:ext cx="7344800" cy="4877481"/>
          </a:xfrm>
          <a:prstGeom xmlns:a="http://schemas.openxmlformats.org/drawingml/2006/main" prst="rect">
            <a:avLst/>
          </a:prstGeom>
        </p:spPr>
      </p:pic>
    </p:spTree>
    <p:extLst>
      <p:ext uri="{BB962C8B-B14F-4D97-AF65-F5344CB8AC3E}">
        <p14:creationId xmlns:p14="http://schemas.microsoft.com/office/powerpoint/2010/main" val="189847351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 name="TextBox 6">
            <a:extLst xmlns:a="http://schemas.openxmlformats.org/drawingml/2006/main">
              <a:ext uri="{FF2B5EF4-FFF2-40B4-BE49-F238E27FC236}">
                <a16:creationId xmlns:a16="http://schemas.microsoft.com/office/drawing/2014/main" id="{3FE74AF5-075D-45DD-C8AF-9113EB1CBAB3}"/>
              </a:ext>
            </a:extLst>
          </p:cNvPr>
          <p:cNvSpPr>
            <a:spLocks xmlns:a="http://schemas.openxmlformats.org/drawingml/2006/main" noGrp="1"/>
          </p:cNvSpPr>
          <p:nvPr/>
        </p:nvSpPr>
        <p:spPr>
          <a:xfrm xmlns:a="http://schemas.openxmlformats.org/drawingml/2006/main">
            <a:off x="1674812" y="228600"/>
            <a:ext cx="822960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API 13B-1 &amp; 13B-2</a:t>
            </a:r>
            <a:endParaRPr sz="2400" b="1">
              <a:latin typeface="Times New Roman"/>
              <a:ea typeface="Times New Roman"/>
              <a:cs typeface="Times New Roman"/>
            </a:endParaRPr>
          </a:p>
        </p:txBody>
      </p:sp>
      <p:pic>
        <p:nvPicPr>
          <p:cNvPr id="10" name="Picture 3"/>
          <p:cNvPicPr>
            <a:picLocks xmlns:a="http://schemas.openxmlformats.org/drawingml/2006/main" noChangeAspect="1"/>
          </p:cNvPicPr>
          <p:nvPr/>
        </p:nvPicPr>
        <p:blipFill>
          <a:blip xmlns:r="http://schemas.openxmlformats.org/officeDocument/2006/relationships" xmlns:a="http://schemas.openxmlformats.org/drawingml/2006/main" r:embed="Rd7e7da4751854974"/>
          <a:stretch xmlns:a="http://schemas.openxmlformats.org/drawingml/2006/main">
            <a:fillRect l="0" t="0" r="0" b="0"/>
          </a:stretch>
        </p:blipFill>
        <p:spPr>
          <a:xfrm xmlns:a="http://schemas.openxmlformats.org/drawingml/2006/main">
            <a:off x="2974539" y="990600"/>
            <a:ext cx="6239746" cy="5287113"/>
          </a:xfrm>
          <a:prstGeom xmlns:a="http://schemas.openxmlformats.org/drawingml/2006/main" prst="rect">
            <a:avLst/>
          </a:prstGeom>
        </p:spPr>
      </p:pic>
    </p:spTree>
    <p:extLst>
      <p:ext uri="{BB962C8B-B14F-4D97-AF65-F5344CB8AC3E}">
        <p14:creationId xmlns:p14="http://schemas.microsoft.com/office/powerpoint/2010/main" val="2476593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 name="TextBox 6">
            <a:extLst xmlns:a="http://schemas.openxmlformats.org/drawingml/2006/main">
              <a:ext uri="{FF2B5EF4-FFF2-40B4-BE49-F238E27FC236}">
                <a16:creationId xmlns:a16="http://schemas.microsoft.com/office/drawing/2014/main" id="{B4BDB315-6DAE-72A7-6190-89C75132C410}"/>
              </a:ext>
            </a:extLst>
          </p:cNvPr>
          <p:cNvSpPr>
            <a:spLocks xmlns:a="http://schemas.openxmlformats.org/drawingml/2006/main" noGrp="1"/>
          </p:cNvSpPr>
          <p:nvPr/>
        </p:nvSpPr>
        <p:spPr>
          <a:xfrm xmlns:a="http://schemas.openxmlformats.org/drawingml/2006/main">
            <a:off x="1674812" y="228600"/>
            <a:ext cx="822960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Soda Ash Specification</a:t>
            </a:r>
            <a:endParaRPr sz="2400" b="1">
              <a:latin typeface="Times New Roman"/>
              <a:ea typeface="Times New Roman"/>
              <a:cs typeface="Times New Roman"/>
            </a:endParaRPr>
          </a:p>
        </p:txBody>
      </p:sp>
      <p:pic>
        <p:nvPicPr>
          <p:cNvPr id="10" name="Picture 2"/>
          <p:cNvPicPr>
            <a:picLocks xmlns:a="http://schemas.openxmlformats.org/drawingml/2006/main" noChangeAspect="1"/>
          </p:cNvPicPr>
          <p:nvPr/>
        </p:nvPicPr>
        <p:blipFill>
          <a:blip xmlns:r="http://schemas.openxmlformats.org/officeDocument/2006/relationships" xmlns:a="http://schemas.openxmlformats.org/drawingml/2006/main" r:embed="R4c7dae5a574f43b4"/>
          <a:stretch xmlns:a="http://schemas.openxmlformats.org/drawingml/2006/main">
            <a:fillRect l="0" t="0" r="0" b="0"/>
          </a:stretch>
        </p:blipFill>
        <p:spPr>
          <a:xfrm xmlns:a="http://schemas.openxmlformats.org/drawingml/2006/main">
            <a:off x="2817355" y="990600"/>
            <a:ext cx="6554115" cy="5172797"/>
          </a:xfrm>
          <a:prstGeom xmlns:a="http://schemas.openxmlformats.org/drawingml/2006/main" prst="rect">
            <a:avLst/>
          </a:prstGeom>
        </p:spPr>
      </p:pic>
    </p:spTree>
    <p:extLst>
      <p:ext uri="{BB962C8B-B14F-4D97-AF65-F5344CB8AC3E}">
        <p14:creationId xmlns:p14="http://schemas.microsoft.com/office/powerpoint/2010/main" val="302132689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TextBox 6">
            <a:extLst xmlns:a="http://schemas.openxmlformats.org/drawingml/2006/main">
              <a:ext uri="{FF2B5EF4-FFF2-40B4-BE49-F238E27FC236}">
                <a16:creationId xmlns:a16="http://schemas.microsoft.com/office/drawing/2014/main" id="{AA284368-5634-4833-1676-B8F30EF8D07B}"/>
              </a:ext>
            </a:extLst>
          </p:cNvPr>
          <p:cNvSpPr>
            <a:spLocks xmlns:a="http://schemas.openxmlformats.org/drawingml/2006/main" noGrp="1"/>
          </p:cNvSpPr>
          <p:nvPr/>
        </p:nvSpPr>
        <p:spPr>
          <a:xfrm xmlns:a="http://schemas.openxmlformats.org/drawingml/2006/main">
            <a:off x="1674812" y="228600"/>
            <a:ext cx="822960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latin typeface="Times New Roman"/>
                <a:ea typeface="Times New Roman"/>
                <a:cs typeface="Times New Roman"/>
              </a:rPr>
              <a:t>LTSOBM Specification</a:t>
            </a:r>
            <a:endParaRPr sz="2400" b="1">
              <a:latin typeface="Times New Roman"/>
              <a:ea typeface="Times New Roman"/>
              <a:cs typeface="Times New Roman"/>
            </a:endParaRPr>
          </a:p>
        </p:txBody>
      </p:sp>
      <p:pic>
        <p:nvPicPr>
          <p:cNvPr id="10" name="Picture 3"/>
          <p:cNvPicPr>
            <a:picLocks xmlns:a="http://schemas.openxmlformats.org/drawingml/2006/main" noChangeAspect="1"/>
          </p:cNvPicPr>
          <p:nvPr/>
        </p:nvPicPr>
        <p:blipFill>
          <a:blip xmlns:r="http://schemas.openxmlformats.org/officeDocument/2006/relationships" xmlns:a="http://schemas.openxmlformats.org/drawingml/2006/main" r:embed="Rd951508debd24e94">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3198814" y="838200"/>
            <a:ext cx="5791198" cy="5495634"/>
          </a:xfrm>
          <a:prstGeom xmlns:a="http://schemas.openxmlformats.org/drawingml/2006/main" prst="rect">
            <a:avLst/>
          </a:prstGeom>
        </p:spPr>
      </p:pic>
    </p:spTree>
    <p:extLst>
      <p:ext uri="{BB962C8B-B14F-4D97-AF65-F5344CB8AC3E}">
        <p14:creationId xmlns:p14="http://schemas.microsoft.com/office/powerpoint/2010/main" val="37789305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2026-08-19T02:31:57.2520000Z</dcterms:created>
  <dcterms:modified xsi:type="dcterms:W3CDTF">2026-08-19T02:31:57.2520000Z</dcterms:modified>
</coreProperties>
</file>